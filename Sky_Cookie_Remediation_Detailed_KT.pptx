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4b5011246e4c53" /><Relationship Type="http://schemas.openxmlformats.org/officeDocument/2006/relationships/extended-properties" Target="/docProps/app.xml" Id="R9478fb5f3aaa42c4" /><Relationship Type="http://schemas.openxmlformats.org/officeDocument/2006/relationships/officeDocument" Target="/ppt/presentation.xml" Id="Ra081168fd0094c57" /></Relationships>
</file>

<file path=ppt/presentation.xml><?xml version="1.0" encoding="utf-8"?>
<p:presentation xmlns:p="http://schemas.openxmlformats.org/presentationml/2006/main">
  <p:sldMasterIdLst>
    <p:sldMasterId xmlns:r="http://schemas.openxmlformats.org/officeDocument/2006/relationships" id="2147483648" r:id="Re3cf097b43644a2e"/>
  </p:sldMasterIdLst>
  <p:notesMasterIdLst>
    <p:notesMasterId xmlns:r="http://schemas.openxmlformats.org/officeDocument/2006/relationships" r:id="Ra5bc52a954194f1f"/>
  </p:notesMasterIdLst>
  <p:sldIdLst>
    <p:sldId xmlns:r="http://schemas.openxmlformats.org/officeDocument/2006/relationships" id="256" r:id="Rd1fdda35e9604e9d"/>
    <p:sldId xmlns:r="http://schemas.openxmlformats.org/officeDocument/2006/relationships" id="257" r:id="Rcaba362c4da64adf"/>
    <p:sldId xmlns:r="http://schemas.openxmlformats.org/officeDocument/2006/relationships" id="258" r:id="R18816e395c7342e6"/>
    <p:sldId xmlns:r="http://schemas.openxmlformats.org/officeDocument/2006/relationships" id="259" r:id="R6a4bbc276f5f4ac8"/>
    <p:sldId xmlns:r="http://schemas.openxmlformats.org/officeDocument/2006/relationships" id="260" r:id="R0fc803d69ff64d98"/>
    <p:sldId xmlns:r="http://schemas.openxmlformats.org/officeDocument/2006/relationships" id="261" r:id="Ra9fa532b60744053"/>
    <p:sldId xmlns:r="http://schemas.openxmlformats.org/officeDocument/2006/relationships" id="262" r:id="Rb8e71dd2c9d54cc2"/>
    <p:sldId xmlns:r="http://schemas.openxmlformats.org/officeDocument/2006/relationships" id="263" r:id="Rdf12a3417fd441d9"/>
    <p:sldId xmlns:r="http://schemas.openxmlformats.org/officeDocument/2006/relationships" id="264" r:id="Rc5fffc6439b44149"/>
    <p:sldId xmlns:r="http://schemas.openxmlformats.org/officeDocument/2006/relationships" id="265" r:id="Raff84ac1bbab4422"/>
    <p:sldId xmlns:r="http://schemas.openxmlformats.org/officeDocument/2006/relationships" id="266" r:id="R13c25605704342e5"/>
    <p:sldId xmlns:r="http://schemas.openxmlformats.org/officeDocument/2006/relationships" id="267" r:id="Ra3806ed567a64c49"/>
    <p:sldId xmlns:r="http://schemas.openxmlformats.org/officeDocument/2006/relationships" id="268" r:id="R61be5cb4a7734a92"/>
    <p:sldId xmlns:r="http://schemas.openxmlformats.org/officeDocument/2006/relationships" id="269" r:id="Rbf10d748ea314c78"/>
    <p:sldId xmlns:r="http://schemas.openxmlformats.org/officeDocument/2006/relationships" id="270" r:id="Rf7031f7aabcf4f61"/>
    <p:sldId xmlns:r="http://schemas.openxmlformats.org/officeDocument/2006/relationships" id="271" r:id="R69127cd9df76476a"/>
    <p:sldId xmlns:r="http://schemas.openxmlformats.org/officeDocument/2006/relationships" id="272" r:id="R8d9b1409bda048db"/>
    <p:sldId xmlns:r="http://schemas.openxmlformats.org/officeDocument/2006/relationships" id="273" r:id="R118a4aaf35524dba"/>
    <p:sldId xmlns:r="http://schemas.openxmlformats.org/officeDocument/2006/relationships" id="274" r:id="R73e95bf3bce548df"/>
    <p:sldId xmlns:r="http://schemas.openxmlformats.org/officeDocument/2006/relationships" id="275" r:id="Rba423d9526824ee9"/>
    <p:sldId xmlns:r="http://schemas.openxmlformats.org/officeDocument/2006/relationships" id="276" r:id="Rec4b478ddc9e4084"/>
    <p:sldId xmlns:r="http://schemas.openxmlformats.org/officeDocument/2006/relationships" id="277" r:id="R206b75a146ee4b13"/>
    <p:sldId xmlns:r="http://schemas.openxmlformats.org/officeDocument/2006/relationships" id="278" r:id="R6b3b4de5a1c049c1"/>
    <p:sldId xmlns:r="http://schemas.openxmlformats.org/officeDocument/2006/relationships" id="279" r:id="Rd21af436aa014fe6"/>
    <p:sldId xmlns:r="http://schemas.openxmlformats.org/officeDocument/2006/relationships" id="280" r:id="R86e66dccb6744a4e"/>
    <p:sldId xmlns:r="http://schemas.openxmlformats.org/officeDocument/2006/relationships" id="281" r:id="R7085ef1534984d9d"/>
    <p:sldId xmlns:r="http://schemas.openxmlformats.org/officeDocument/2006/relationships" id="282" r:id="R109335b153964265"/>
    <p:sldId xmlns:r="http://schemas.openxmlformats.org/officeDocument/2006/relationships" id="283" r:id="Rd5303d9b07ab4491"/>
    <p:sldId xmlns:r="http://schemas.openxmlformats.org/officeDocument/2006/relationships" id="284" r:id="R149cffd57b794189"/>
    <p:sldId xmlns:r="http://schemas.openxmlformats.org/officeDocument/2006/relationships" id="285" r:id="R707f9192293b4215"/>
    <p:sldId xmlns:r="http://schemas.openxmlformats.org/officeDocument/2006/relationships" id="286" r:id="R85080cd7c4e34ed0"/>
    <p:sldId xmlns:r="http://schemas.openxmlformats.org/officeDocument/2006/relationships" id="287" r:id="Rc272ecda8e314b15"/>
    <p:sldId xmlns:r="http://schemas.openxmlformats.org/officeDocument/2006/relationships" id="288" r:id="Rf9d248f52f5f4dab"/>
    <p:sldId xmlns:r="http://schemas.openxmlformats.org/officeDocument/2006/relationships" id="289" r:id="R920d920a1da949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2cc8d94eef44717" /><Relationship Type="http://schemas.openxmlformats.org/officeDocument/2006/relationships/slideMaster" Target="/ppt/slideMasters/slideMaster1.xml" Id="Re3cf097b43644a2e" /><Relationship Type="http://schemas.openxmlformats.org/officeDocument/2006/relationships/notesMaster" Target="/ppt/notesMasters/notesMaster1.xml" Id="Ra5bc52a954194f1f" /><Relationship Type="http://schemas.openxmlformats.org/officeDocument/2006/relationships/presProps" Target="/ppt/presProps.xml" Id="R43b9dd5e206a4529" /><Relationship Type="http://schemas.openxmlformats.org/officeDocument/2006/relationships/tableStyles" Target="/ppt/tableStyles.xml" Id="Rf85e5ade30754309" /><Relationship Type="http://schemas.openxmlformats.org/officeDocument/2006/relationships/slide" Target="/ppt/slides/slide1.xml" Id="Rd1fdda35e9604e9d" /><Relationship Type="http://schemas.openxmlformats.org/officeDocument/2006/relationships/slide" Target="/ppt/slides/slide2.xml" Id="Rcaba362c4da64adf" /><Relationship Type="http://schemas.openxmlformats.org/officeDocument/2006/relationships/slide" Target="/ppt/slides/slide3.xml" Id="R18816e395c7342e6" /><Relationship Type="http://schemas.openxmlformats.org/officeDocument/2006/relationships/slide" Target="/ppt/slides/slide4.xml" Id="R6a4bbc276f5f4ac8" /><Relationship Type="http://schemas.openxmlformats.org/officeDocument/2006/relationships/slide" Target="/ppt/slides/slide5.xml" Id="R0fc803d69ff64d98" /><Relationship Type="http://schemas.openxmlformats.org/officeDocument/2006/relationships/slide" Target="/ppt/slides/slide6.xml" Id="Ra9fa532b60744053" /><Relationship Type="http://schemas.openxmlformats.org/officeDocument/2006/relationships/slide" Target="/ppt/slides/slide7.xml" Id="Rb8e71dd2c9d54cc2" /><Relationship Type="http://schemas.openxmlformats.org/officeDocument/2006/relationships/slide" Target="/ppt/slides/slide8.xml" Id="Rdf12a3417fd441d9" /><Relationship Type="http://schemas.openxmlformats.org/officeDocument/2006/relationships/slide" Target="/ppt/slides/slide9.xml" Id="Rc5fffc6439b44149" /><Relationship Type="http://schemas.openxmlformats.org/officeDocument/2006/relationships/slide" Target="/ppt/slides/slide10.xml" Id="Raff84ac1bbab4422" /><Relationship Type="http://schemas.openxmlformats.org/officeDocument/2006/relationships/slide" Target="/ppt/slides/slide11.xml" Id="R13c25605704342e5" /><Relationship Type="http://schemas.openxmlformats.org/officeDocument/2006/relationships/slide" Target="/ppt/slides/slide12.xml" Id="Ra3806ed567a64c49" /><Relationship Type="http://schemas.openxmlformats.org/officeDocument/2006/relationships/slide" Target="/ppt/slides/slide13.xml" Id="R61be5cb4a7734a92" /><Relationship Type="http://schemas.openxmlformats.org/officeDocument/2006/relationships/slide" Target="/ppt/slides/slide14.xml" Id="Rbf10d748ea314c78" /><Relationship Type="http://schemas.openxmlformats.org/officeDocument/2006/relationships/slide" Target="/ppt/slides/slide15.xml" Id="Rf7031f7aabcf4f61" /><Relationship Type="http://schemas.openxmlformats.org/officeDocument/2006/relationships/slide" Target="/ppt/slides/slide16.xml" Id="R69127cd9df76476a" /><Relationship Type="http://schemas.openxmlformats.org/officeDocument/2006/relationships/slide" Target="/ppt/slides/slide17.xml" Id="R8d9b1409bda048db" /><Relationship Type="http://schemas.openxmlformats.org/officeDocument/2006/relationships/slide" Target="/ppt/slides/slide18.xml" Id="R118a4aaf35524dba" /><Relationship Type="http://schemas.openxmlformats.org/officeDocument/2006/relationships/slide" Target="/ppt/slides/slide19.xml" Id="R73e95bf3bce548df" /><Relationship Type="http://schemas.openxmlformats.org/officeDocument/2006/relationships/slide" Target="/ppt/slides/slide20.xml" Id="Rba423d9526824ee9" /><Relationship Type="http://schemas.openxmlformats.org/officeDocument/2006/relationships/slide" Target="/ppt/slides/slide21.xml" Id="Rec4b478ddc9e4084" /><Relationship Type="http://schemas.openxmlformats.org/officeDocument/2006/relationships/slide" Target="/ppt/slides/slide22.xml" Id="R206b75a146ee4b13" /><Relationship Type="http://schemas.openxmlformats.org/officeDocument/2006/relationships/slide" Target="/ppt/slides/slide23.xml" Id="R6b3b4de5a1c049c1" /><Relationship Type="http://schemas.openxmlformats.org/officeDocument/2006/relationships/slide" Target="/ppt/slides/slide24.xml" Id="Rd21af436aa014fe6" /><Relationship Type="http://schemas.openxmlformats.org/officeDocument/2006/relationships/slide" Target="/ppt/slides/slide25.xml" Id="R86e66dccb6744a4e" /><Relationship Type="http://schemas.openxmlformats.org/officeDocument/2006/relationships/slide" Target="/ppt/slides/slide26.xml" Id="R7085ef1534984d9d" /><Relationship Type="http://schemas.openxmlformats.org/officeDocument/2006/relationships/slide" Target="/ppt/slides/slide27.xml" Id="R109335b153964265" /><Relationship Type="http://schemas.openxmlformats.org/officeDocument/2006/relationships/slide" Target="/ppt/slides/slide28.xml" Id="Rd5303d9b07ab4491" /><Relationship Type="http://schemas.openxmlformats.org/officeDocument/2006/relationships/slide" Target="/ppt/slides/slide29.xml" Id="R149cffd57b794189" /><Relationship Type="http://schemas.openxmlformats.org/officeDocument/2006/relationships/slide" Target="/ppt/slides/slide30.xml" Id="R707f9192293b4215" /><Relationship Type="http://schemas.openxmlformats.org/officeDocument/2006/relationships/slide" Target="/ppt/slides/slide31.xml" Id="R85080cd7c4e34ed0" /><Relationship Type="http://schemas.openxmlformats.org/officeDocument/2006/relationships/slide" Target="/ppt/slides/slide32.xml" Id="Rc272ecda8e314b15" /><Relationship Type="http://schemas.openxmlformats.org/officeDocument/2006/relationships/slide" Target="/ppt/slides/slide33.xml" Id="Rf9d248f52f5f4dab" /><Relationship Type="http://schemas.openxmlformats.org/officeDocument/2006/relationships/slide" Target="/ppt/slides/slide34.xml" Id="R920d920a1da949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04f7073b39477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c23a10a6bf49d1" /><Relationship Type="http://schemas.openxmlformats.org/officeDocument/2006/relationships/notesMaster" Target="/ppt/notesMasters/notesMaster1.xml" Id="R1882d4c62f284e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7d650931914069" /><Relationship Type="http://schemas.openxmlformats.org/officeDocument/2006/relationships/notesMaster" Target="/ppt/notesMasters/notesMaster1.xml" Id="R8d26c2dd71224d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e6c1b07423a4566" /><Relationship Type="http://schemas.openxmlformats.org/officeDocument/2006/relationships/notesMaster" Target="/ppt/notesMasters/notesMaster1.xml" Id="R09fbdea0c29b44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29d8aee1ce4b59" /><Relationship Type="http://schemas.openxmlformats.org/officeDocument/2006/relationships/notesMaster" Target="/ppt/notesMasters/notesMaster1.xml" Id="Rea378ff38d7d45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8071799e8e4dd9" /><Relationship Type="http://schemas.openxmlformats.org/officeDocument/2006/relationships/notesMaster" Target="/ppt/notesMasters/notesMaster1.xml" Id="R292094c3b1d946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659baf8b6154e8f" /><Relationship Type="http://schemas.openxmlformats.org/officeDocument/2006/relationships/notesMaster" Target="/ppt/notesMasters/notesMaster1.xml" Id="R4c22a2f6340d44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df3d9912a249f8" /><Relationship Type="http://schemas.openxmlformats.org/officeDocument/2006/relationships/notesMaster" Target="/ppt/notesMasters/notesMaster1.xml" Id="Reb0cbfee2a964eb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20aa48fc6442d4" /><Relationship Type="http://schemas.openxmlformats.org/officeDocument/2006/relationships/notesMaster" Target="/ppt/notesMasters/notesMaster1.xml" Id="Re8dd86a6e2144a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0f64a3320649f6" /><Relationship Type="http://schemas.openxmlformats.org/officeDocument/2006/relationships/notesMaster" Target="/ppt/notesMasters/notesMaster1.xml" Id="Rd557920e7a834a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a9601030884636" /><Relationship Type="http://schemas.openxmlformats.org/officeDocument/2006/relationships/notesMaster" Target="/ppt/notesMasters/notesMaster1.xml" Id="R9c21a82e8f62455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3a7220f380c48e1" /><Relationship Type="http://schemas.openxmlformats.org/officeDocument/2006/relationships/notesMaster" Target="/ppt/notesMasters/notesMaster1.xml" Id="Rf2b8d38e96034f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e768ecc50a7493d" /><Relationship Type="http://schemas.openxmlformats.org/officeDocument/2006/relationships/notesMaster" Target="/ppt/notesMasters/notesMaster1.xml" Id="R982580325c5b45b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df3b9e73d54278" /><Relationship Type="http://schemas.openxmlformats.org/officeDocument/2006/relationships/notesMaster" Target="/ppt/notesMasters/notesMaster1.xml" Id="Rd32c61a5e91d475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cce858f8c544956" /><Relationship Type="http://schemas.openxmlformats.org/officeDocument/2006/relationships/notesMaster" Target="/ppt/notesMasters/notesMaster1.xml" Id="R4ff08ddbc40f41c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2d2bfbb9df424b" /><Relationship Type="http://schemas.openxmlformats.org/officeDocument/2006/relationships/notesMaster" Target="/ppt/notesMasters/notesMaster1.xml" Id="Rf43e4ffaed694f7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ab0eef71cbc4907" /><Relationship Type="http://schemas.openxmlformats.org/officeDocument/2006/relationships/notesMaster" Target="/ppt/notesMasters/notesMaster1.xml" Id="Rc3cd52c648ea409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1226541d94e435c" /><Relationship Type="http://schemas.openxmlformats.org/officeDocument/2006/relationships/notesMaster" Target="/ppt/notesMasters/notesMaster1.xml" Id="R58ae04f9dd694b6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a158c787e74991" /><Relationship Type="http://schemas.openxmlformats.org/officeDocument/2006/relationships/notesMaster" Target="/ppt/notesMasters/notesMaster1.xml" Id="Rdc7b68d50e064d7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599f2df6b7d4ddc" /><Relationship Type="http://schemas.openxmlformats.org/officeDocument/2006/relationships/notesMaster" Target="/ppt/notesMasters/notesMaster1.xml" Id="R9e26929d08e547a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bf60cd3d5be4c0e" /><Relationship Type="http://schemas.openxmlformats.org/officeDocument/2006/relationships/notesMaster" Target="/ppt/notesMasters/notesMaster1.xml" Id="Rb92cd21761574b6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f9219c199ca43a5" /><Relationship Type="http://schemas.openxmlformats.org/officeDocument/2006/relationships/notesMaster" Target="/ppt/notesMasters/notesMaster1.xml" Id="R4671e73395b74a3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076e059609342e6" /><Relationship Type="http://schemas.openxmlformats.org/officeDocument/2006/relationships/notesMaster" Target="/ppt/notesMasters/notesMaster1.xml" Id="R9dd6e658a81e4f5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d9cebca032849ee" /><Relationship Type="http://schemas.openxmlformats.org/officeDocument/2006/relationships/notesMaster" Target="/ppt/notesMasters/notesMaster1.xml" Id="R0ba8f7da83a1427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30ef62e97364e8b" /><Relationship Type="http://schemas.openxmlformats.org/officeDocument/2006/relationships/notesMaster" Target="/ppt/notesMasters/notesMaster1.xml" Id="Rb12884b58613440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b16c0b417264786" /><Relationship Type="http://schemas.openxmlformats.org/officeDocument/2006/relationships/notesMaster" Target="/ppt/notesMasters/notesMaster1.xml" Id="R163c46982abf4d96"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bd5496d92c64326" /><Relationship Type="http://schemas.openxmlformats.org/officeDocument/2006/relationships/notesMaster" Target="/ppt/notesMasters/notesMaster1.xml" Id="R80e33e91fd324b9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7116e49a2754aca" /><Relationship Type="http://schemas.openxmlformats.org/officeDocument/2006/relationships/notesMaster" Target="/ppt/notesMasters/notesMaster1.xml" Id="Rff8b6c1669d04df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43bedc9035149f5" /><Relationship Type="http://schemas.openxmlformats.org/officeDocument/2006/relationships/notesMaster" Target="/ppt/notesMasters/notesMaster1.xml" Id="Rbb92189158c34c0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c0575b4409e44f2" /><Relationship Type="http://schemas.openxmlformats.org/officeDocument/2006/relationships/notesMaster" Target="/ppt/notesMasters/notesMaster1.xml" Id="Re08ed0bdc0a64bf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dd691fdc6dd4464" /><Relationship Type="http://schemas.openxmlformats.org/officeDocument/2006/relationships/notesMaster" Target="/ppt/notesMasters/notesMaster1.xml" Id="Rc85a0e1d49144c72"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8f88ed0f7dc4574" /><Relationship Type="http://schemas.openxmlformats.org/officeDocument/2006/relationships/notesMaster" Target="/ppt/notesMasters/notesMaster1.xml" Id="Rb61f32ca56764cf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327df15ac53499d" /><Relationship Type="http://schemas.openxmlformats.org/officeDocument/2006/relationships/notesMaster" Target="/ppt/notesMasters/notesMaster1.xml" Id="Rf53ae1bc435c4d1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175b54a668d4504" /><Relationship Type="http://schemas.openxmlformats.org/officeDocument/2006/relationships/notesMaster" Target="/ppt/notesMasters/notesMaster1.xml" Id="Rc3afd3e32d5c43c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ced96fbe7714f19" /><Relationship Type="http://schemas.openxmlformats.org/officeDocument/2006/relationships/notesMaster" Target="/ppt/notesMasters/notesMaster1.xml" Id="R8f110ffaf43d42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onboard a new team member through five working days. Use this deck to explain planned knowledge transfer, demonstrate routine work, and check learning. The trainer will use an approved training environment and a generic or sanitized example. Confirm the actual website scope, approved consent expectations, access, owners, and project templates during Day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attendance and independent ability are different. Daily learning checks collect evidence of understanding. The Day 5 exercise is a routine task with defined scope and expected behaviour. The trainer records any follow-up support in the workbook. Expectations follow the project-approved consent mapping and technical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 contains exactly five training days. Suggested delivery time is four hours per day, excluding breaks. Assign working dates that match the team calendar. Use the detailed topic checklist to track coverage. Completion remains a trainer-reviewed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actual approved scope during delivery. Explain the operational purpose of cookie remediation and audit validation at a general level. The new joiner learns how vendor investigation, consent expectations, audit evidence, issue reporting, and retesting fit together. Confirm scope exclusions and ownership. Avoid treating a test result as a final policy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ownership model to confirm during the project walkthrough, not an assertion of the current organisation chart. Ask the learner to locate the approved scope, policy mapping, reporting template, issue workflow, and team contacts. The analyst supports a potential compliance assessment with technical evidence. The relevant policy owner decides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difference between a script loading, a request firing, and a cookie being stored. Explain cookie Domain, Path, expiry, Secure, HttpOnly, and SameSite at a practical level. A vendor can use a first-party endpoint or cookie. Classification needs corroborating documentation and implementation context. Browser blocking can alter what is observed. Use the project mapping for permitted behaviour.</a:t>
            </a:r>
          </a:p>
          <a:p xmlns:a="http://schemas.openxmlformats.org/drawingml/2006/main">
            <a:r>
              <a:t/>
            </a:r>
          </a:p>
          <a:p xmlns:a="http://schemas.openxmlformats.org/drawingml/2006/main">
            <a:r>
              <a:t>Trainer references (general technical guidance, accessed 9 October 2026):</a:t>
            </a:r>
          </a:p>
          <a:p xmlns:a="http://schemas.openxmlformats.org/drawingml/2006/main">
            <a:r>
              <a:t>https://developer.mozilla.org/en-US/docs/Web/HTTP/Guides/Cookies</a:t>
            </a:r>
          </a:p>
          <a:p xmlns:a="http://schemas.openxmlformats.org/drawingml/2006/main">
            <a:r>
              <a:t>https://developer.mozilla.org/en-US/docs/Web/Privacy/Guides/Third-party_cookies</a:t>
            </a:r>
          </a:p>
          <a:p xmlns:a="http://schemas.openxmlformats.org/drawingml/2006/main">
            <a:r>
              <a:t>https://developer.mozilla.org/en-US/docs/Web/HTTP/Reference/Headers/Set-Cookie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CMP as Consent Management Platform. Example categories can include essential, analytics, functionality, and advertising. Actual category names and permissions depend on the approved configuration. Review vendor-level and purpose-level permissions where configured. Show the saved state and explain how an implementation receives it. A recorded choice needs a separate enforcement check. Do not assume a category switch automatically proves every vendor is gated.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each scenario from clean state for a like-for-like baseline. Capture the choice, active permissions, URL, environment, event, and observation time. Essential-only may need a preference-centre action rather than a separate button. Keep pre-consent distinct from explicit rejection. Confirm expectations before asserting a discrepancy.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operational handoffs. Investigation produces a vendor record. Configuration produces reproducible audit settings and rule intent. Analysis separates valid results, gaps in evidence, and potential defects. The technical owner implements a correction. Validation repeats the original and relevant regression checks. Inventory and status reporting remain current. Confirm actual owners, systems, and reporting frequency with the project lead.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allocation: four training hours on this working day. Adjust session durations within the five-day plan as needed.</a:t>
            </a:r>
          </a:p>
          <a:p xmlns:a="http://schemas.openxmlformats.org/drawingml/2006/main">
            <a:r>
              <a:t/>
            </a:r>
          </a:p>
          <a:p xmlns:a="http://schemas.openxmlformats.org/drawingml/2006/main">
            <a:r>
              <a:t>Trainer demonstrates the approved scope and CMP. Learner explains the four consent states and creates a scenario matrix with expected behaviour. Ask who approves scope, who interprets consent expectations, who changes the implementation, and who validates remediation. Confirm access and unresolved questions before Day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 a repeatable record structure. Start with the page and event, inspect the relevant request/script, then corroborate identity with official documentation or an approved implementation reference. Record attribution uncertainty. Generic hosting domains, shared endpoints, and embedded services can make a domain-only match ambiguous. Classification follows the approved purpose mapping.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Adobe Launch is now part of Adobe Experience Platform Tags. Rules describe events, conditions, and actions. Keep the user-facing term Adobe Launch for curriculum consistency. Show these concepts without asserting the project uses a particular rule or library. Server-side work requires an authorised implementation reference or relevant owner input. Mark the boundary if evidence is unavailable.</a:t>
            </a:r>
          </a:p>
          <a:p xmlns:a="http://schemas.openxmlformats.org/drawingml/2006/main">
            <a:r>
              <a:t/>
            </a:r>
          </a:p>
          <a:p xmlns:a="http://schemas.openxmlformats.org/drawingml/2006/main">
            <a:r>
              <a:t>Trainer references (general technical guidance, accessed 9 October 2026):</a:t>
            </a:r>
          </a:p>
          <a:p xmlns:a="http://schemas.openxmlformats.org/drawingml/2006/main">
            <a:r>
              <a:t>https://experienceleague.adobe.com/en/docs/experience-platform/tags/ui/rules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opening Network before navigation, clearing the log, and repeating the exact event. Use Preserve Log where navigation requires it. Record whether cache or browser restrictions affect the test. Filter traffic by a known signature, then inspect the complete request and its initiator chain. Inspect response headers for storage activity. Mask identifiers and tokens in shared evidence. Requests do not necessarily imply cookie creation or successful server processing.</a:t>
            </a:r>
          </a:p>
          <a:p xmlns:a="http://schemas.openxmlformats.org/drawingml/2006/main">
            <a:r>
              <a:t/>
            </a:r>
          </a:p>
          <a:p xmlns:a="http://schemas.openxmlformats.org/drawingml/2006/main">
            <a:r>
              <a:t>Trainer references (general technical guidance, accessed 9 October 2026):</a:t>
            </a:r>
          </a:p>
          <a:p xmlns:a="http://schemas.openxmlformats.org/drawingml/2006/main">
            <a:r>
              <a:t>https://developer.chrome.com/docs/devtools/network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browser Application/Storage view. localStorage and sessionStorage are not cookie types. Compare snapshots before and after the same event. JavaScript inspection cannot read HttpOnly cookies. A cookie setter can be script code or a server response. Browser rules can reject a cookie. Capture metadata rather than sensitive values. Storage may persist from an earlier event, so fresh-session controls matter.</a:t>
            </a:r>
          </a:p>
          <a:p xmlns:a="http://schemas.openxmlformats.org/drawingml/2006/main">
            <a:r>
              <a:t/>
            </a:r>
          </a:p>
          <a:p xmlns:a="http://schemas.openxmlformats.org/drawingml/2006/main">
            <a:r>
              <a:t>Trainer references (general technical guidance, accessed 9 October 2026):</a:t>
            </a:r>
          </a:p>
          <a:p xmlns:a="http://schemas.openxmlformats.org/drawingml/2006/main">
            <a:r>
              <a:t>https://developer.mozilla.org/en-US/docs/Web/HTTP/Reference/Headers/Set-Cookie</a:t>
            </a:r>
          </a:p>
          <a:p xmlns:a="http://schemas.openxmlformats.org/drawingml/2006/main">
            <a:r>
              <a:t>https://developer.mozilla.org/en-US/docs/Web/API/Window/localStorage</a:t>
            </a:r>
          </a:p>
          <a:p xmlns:a="http://schemas.openxmlformats.org/drawingml/2006/main">
            <a:r>
              <a:t>https://developer.mozilla.org/en-US/docs/Web/API/Window/sessionStorage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official implementation guidance and cookie specifications, record access date or version, and compare like-for-like behaviour. Wildcard cookie names may include dynamic suffixes. A documented cookie can depend on an optional feature, browser context, integration version, or event. The absence of a documented cookie is a question to investigate. Record the observation window and the tested consent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allocation: four training hours on this working day. Adjust session durations within the five-day plan as needed.</a:t>
            </a:r>
          </a:p>
          <a:p xmlns:a="http://schemas.openxmlformats.org/drawingml/2006/main">
            <a:r>
              <a:t/>
            </a:r>
          </a:p>
          <a:p xmlns:a="http://schemas.openxmlformats.org/drawingml/2006/main">
            <a:r>
              <a:t>Use one approved training vendor or a synthetic example. Learner completes identity/purpose, implementation method, script and endpoint evidence, storage comparison, and the consent matrix. Compare pre-consent, Accept All, Reject All, and essential-only using the same URL and event. Require the learner to explain persisted cookies separately from fresh writes, and to record visibility limits for server-side processing.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an Audit as a configured test of pages and a Journey as a sequence of interactions. Compare wide page coverage with a specific interaction path. The configuration label is test intent. The saved CMP state, action success, and observed data establish whether the scenario ran as intended. Confirm account access, permissions, and available options before the walkthrough.</a:t>
            </a:r>
          </a:p>
          <a:p xmlns:a="http://schemas.openxmlformats.org/drawingml/2006/main">
            <a:r>
              <a:t/>
            </a:r>
          </a:p>
          <a:p xmlns:a="http://schemas.openxmlformats.org/drawingml/2006/main">
            <a:r>
              <a:t>Trainer references (general technical guidance, accessed 9 October 2026):</a:t>
            </a:r>
          </a:p>
          <a:p xmlns:a="http://schemas.openxmlformats.org/drawingml/2006/main">
            <a:r>
              <a:t>https://help.observepoint.com/en/articles/9099982-creating-audits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the approved URL list and representative page types. Explain starting URLs versus a URL list and crawling scope. Set inclusion/exclusion patterns and page limits to keep the audit within scope. Record browser context and location where relevant to the CMP configuration. Use a small pilot before a broader training run. Review redirects, failed pages, and unscanned URLs. Maintain configuration naming by environment and scenario.</a:t>
            </a:r>
          </a:p>
          <a:p xmlns:a="http://schemas.openxmlformats.org/drawingml/2006/main">
            <a:r>
              <a:t/>
            </a:r>
          </a:p>
          <a:p xmlns:a="http://schemas.openxmlformats.org/drawingml/2006/main">
            <a:r>
              <a:t>Trainer references (general technical guidance, accessed 9 October 2026):</a:t>
            </a:r>
          </a:p>
          <a:p xmlns:a="http://schemas.openxmlformats.org/drawingml/2006/main">
            <a:r>
              <a:t>https://help.observepoint.com/en/articles/9101166-audit-best-practices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available CMP automation only if the configured CMP is supported. Otherwise demonstrate explicit Navigate/Click actions and the state verification. Pre-audit actions prepare initial session state. On-page actions interact with scanned pages. Journeys represent an ordered flow. Confirm scope and timing for each action. A scenario name or successful click alone does not establish effective consent enforcement.</a:t>
            </a:r>
          </a:p>
          <a:p xmlns:a="http://schemas.openxmlformats.org/drawingml/2006/main">
            <a:r>
              <a:t/>
            </a:r>
          </a:p>
          <a:p xmlns:a="http://schemas.openxmlformats.org/drawingml/2006/main">
            <a:r>
              <a:t>Trainer references (general technical guidance, accessed 9 October 2026):</a:t>
            </a:r>
          </a:p>
          <a:p xmlns:a="http://schemas.openxmlformats.org/drawingml/2006/main">
            <a:r>
              <a:t>https://help.observepoint.com/en/articles/9101987-creating-journeys</a:t>
            </a:r>
          </a:p>
          <a:p xmlns:a="http://schemas.openxmlformats.org/drawingml/2006/main">
            <a:r>
              <a:t>https://help.observepoint.com/en/articles/9104202-automated-cmp-states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recognized native tags first. For a vendor not clearly detected, design conditions from verified request/script evidence and review the supported account approach with the trainer. An OP Custom Tag is a virtual tag that reports defined browser data. It does not automatically make a broad domain match a reliable vendor identity. Show how a minimal read-only snippet emits a defined variable, then confirm that variable in page-level results. Keep collection limited to the required training diagnostics.</a:t>
            </a:r>
          </a:p>
          <a:p xmlns:a="http://schemas.openxmlformats.org/drawingml/2006/main">
            <a:r>
              <a:t/>
            </a:r>
          </a:p>
          <a:p xmlns:a="http://schemas.openxmlformats.org/drawingml/2006/main">
            <a:r>
              <a:t>Trainer references (general technical guidance, accessed 9 October 2026):</a:t>
            </a:r>
          </a:p>
          <a:p xmlns:a="http://schemas.openxmlformats.org/drawingml/2006/main">
            <a:r>
              <a:t>https://help.observepoint.com/en/articles/9106318-observepoint-custom-tag</a:t>
            </a:r>
          </a:p>
          <a:p xmlns:a="http://schemas.openxmlformats.org/drawingml/2006/main">
            <a:r>
              <a:t>https://help.observepoint.com/en/articles/9112971-op-custom-tag-template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Standards, Tag &amp; Variable Rules, and Create Rule. Name the rule by vendor, scenario, and intent. Set the WHEN scope and EXPECT condition, save, then assign it to the training Audit or Journey. The examples are conceptual logic, not pasted syntax. Confirm the rule is actually evaluated with a valid scenario and controlled trigger. Test a matching and non-matching case. Where the interface offers additional conditional behaviour, explain the configured option explicitly.</a:t>
            </a:r>
          </a:p>
          <a:p xmlns:a="http://schemas.openxmlformats.org/drawingml/2006/main">
            <a:r>
              <a:t/>
            </a:r>
          </a:p>
          <a:p xmlns:a="http://schemas.openxmlformats.org/drawingml/2006/main">
            <a:r>
              <a:t>Trainer references (general technical guidance, accessed 9 October 2026):</a:t>
            </a:r>
          </a:p>
          <a:p xmlns:a="http://schemas.openxmlformats.org/drawingml/2006/main">
            <a:r>
              <a:t>https://help.observepoint.com/en/articles/9090206-create-tag-variable-rules</a:t>
            </a:r>
          </a:p>
          <a:p xmlns:a="http://schemas.openxmlformats.org/drawingml/2006/main">
            <a:r>
              <a:t>https://help.observepoint.com/en/articles/9712719-how-to-create-a-rule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Schedule settings for initial time and frequency, or Run Now for a controlled training pilot. Confirm the displayed time zone, allowed page coverage, and available scan allowance with the trainer. Review run completion and action outcomes before analysing results. Record the configuration version, scenario, rule assignment, run identifier, and actual run time. Explain how to review schedules and pause or change a training configuration according to ownership.</a:t>
            </a:r>
          </a:p>
          <a:p xmlns:a="http://schemas.openxmlformats.org/drawingml/2006/main">
            <a:r>
              <a:t/>
            </a:r>
          </a:p>
          <a:p xmlns:a="http://schemas.openxmlformats.org/drawingml/2006/main">
            <a:r>
              <a:t>Trainer references (general technical guidance, accessed 9 October 2026):</a:t>
            </a:r>
          </a:p>
          <a:p xmlns:a="http://schemas.openxmlformats.org/drawingml/2006/main">
            <a:r>
              <a:t>https://help.observepoint.com/en/articles/10030129-data-source-scheduling-and-calendaring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allocation: four training hours on this working day. Adjust session durations within the five-day plan as needed.</a:t>
            </a:r>
          </a:p>
          <a:p xmlns:a="http://schemas.openxmlformats.org/drawingml/2006/main">
            <a:r>
              <a:t/>
            </a:r>
          </a:p>
          <a:p xmlns:a="http://schemas.openxmlformats.org/drawingml/2006/main">
            <a:r>
              <a:t>Trainer guides audit setup, native detection review, a minimal OP Custom Tag, rule creation, and assignment. Set a proposed training schedule and run a small pilot. Check run completion, URL coverage, action results, and rule application. Learner explains one presence and one absence outcome and records the audit/run identifiers. Confirm available scan allowance with the trainer before scaling a training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the run metadata and page-level reports. A completed run can still have failed actions or unexpected coverage. Compare the intended and actual scenario before interpreting a tag. Inspect action statuses and representative pages. Report gaps explicitly. Use the same run and configuration versions when comparing result records.</a:t>
            </a:r>
          </a:p>
          <a:p xmlns:a="http://schemas.openxmlformats.org/drawingml/2006/main">
            <a:r>
              <a:t/>
            </a:r>
          </a:p>
          <a:p xmlns:a="http://schemas.openxmlformats.org/drawingml/2006/main">
            <a:r>
              <a:t>Trainer references (general technical guidance, accessed 9 October 2026):</a:t>
            </a:r>
          </a:p>
          <a:p xmlns:a="http://schemas.openxmlformats.org/drawingml/2006/main">
            <a:r>
              <a:t>https://help.observepoint.com/en/articles/11084217-pages-explore-segment-and-monitor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synthetic cases for the exercise. Before logging a potential defect, check whether the expectation is approved and the trigger occurred. A script download, an event request, and a cookie write are distinct observations. Missing detection can reflect a narrow signature or short observation window. Unexpected activity can reflect stale state or an incorrect action. State the symptom and reproduction evidence before proposing a cause.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generic preference-change walkthrough, such as accepting then disabling an optional category. Record the time of the change and the effective state. Check new requests and storage writes after the change. Existing storage may remain, so report persistence separately. Any expected deletion or other handling must come from the approved specification. Repeat the scenario in a fresh session to identify inherited state. Do not assume changing a preference retroactively removes all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one delayed training event. Compare the event time to the action and observation window. Choose an event-aware wait or a justified capture interval rather than assuming an arbitrary delay proves correctness. Check state persistence, rule application, and the detection signature. Classify a reproducible implementation symptom, a configuration issue, or an evidence gap. Route possible compliance implications to the relevant policy owner.</a:t>
            </a:r>
          </a:p>
          <a:p xmlns:a="http://schemas.openxmlformats.org/drawingml/2006/main">
            <a:r>
              <a:t/>
            </a:r>
          </a:p>
          <a:p xmlns:a="http://schemas.openxmlformats.org/drawingml/2006/main">
            <a:r>
              <a:t>Trainer references (general technical guidance, accessed 9 October 2026):</a:t>
            </a:r>
          </a:p>
          <a:p xmlns:a="http://schemas.openxmlformats.org/drawingml/2006/main">
            <a:r>
              <a:t>https://help.observepoint.com/en/articles/9121500-troubleshoot-issues-in-audits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a blank issue template or a synthetic record. Keep the cause as a hypothesis until confirmed. Agree impact and priority with the lead. Track owner, next action, target date, and status. The retest must use the relevant changed environment and a documented configuration. Include evidence of the affected test and related consent regression checks. Prepare a concise findings/status report without overstating coverage or policy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allocation: four training hours on this working day. Adjust session durations within the five-day plan as needed.</a:t>
            </a:r>
          </a:p>
          <a:p xmlns:a="http://schemas.openxmlformats.org/drawingml/2006/main">
            <a:r>
              <a:t/>
            </a:r>
          </a:p>
          <a:p xmlns:a="http://schemas.openxmlformats.org/drawingml/2006/main">
            <a:r>
              <a:t>Learner reviews a training report and checks validity first. Use synthetic unexpected and missing activity cases. Include a consent preference change and a delayed event. Learner writes one sample defect with redacted evidence, a proposed owner, and retest instructions. Review how the findings become a clear status report, then confirm that the learner can distinguish a tool configuration issue from an implementation symptom.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Trainer completes a short end-to-end walkthrough, then the learner follows the same steps with less support. Provide an approved page/event, generic vendor record, and agreed expectations. The exercise should include a permitted presence case and a disallowed absence case. Use a synthetic discrepancy if the valid audit has no issue. The learner explains what browser evidence proves and where owner input is still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Cover daily or scheduled run review, changes to URL lists and vendor records, configuration/rule changes, evidence retention, issue follow-up, and post-change retesting. Confirm the actual cadence with the lead. Explain how changes to a shared rule affect assigned audits and journeys. Keep a record of the configuration, rule intent, and verification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the learner to explain the workflow in their own words, demonstrate a request investigation, explain a consent-dependent comparison, and justify the rule design. Observe rather than complete each step for them. The exercise succeeds when the learner can perform the routine sequence, distinguish evidence from inference, and know when to escalate. Record incomplete demonstrations as follow-up needs.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allocation: four training hours on this working day. Adjust session durations within the five-day plan as needed.</a:t>
            </a:r>
          </a:p>
          <a:p xmlns:a="http://schemas.openxmlformats.org/drawingml/2006/main">
            <a:r>
              <a:t/>
            </a:r>
          </a:p>
          <a:p xmlns:a="http://schemas.openxmlformats.org/drawingml/2006/main">
            <a:r>
              <a:t>Suggested allocation totals four hours, excluding breaks. Finish the end-to-end exercise and reverse KT during Day 5. Use Q&amp;A to resolve remaining uncertainties. Review access, approved scope, templates, training references, team contacts, audit ownership, reporting cadence, and remaining actions. Record the handover decision and any support needed in workbook remarks.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revisiting the objective: routine vendor investigation and ObservePoint audit validation. Confirm the learner can explain consent expectations, gather appropriate evidence, review valid results, maintain documentation, and support remediation. Confirm where exceptions and policy questions go. Update daily status only after the planned coverage and learning check. Record any unresolved handover actions and their owners.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87ace0d5eb40a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ee014ee198b4e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9379c70d8843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a2079f598bd45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119373f5dd646b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a9f38783fa400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6A3B5E-371B-4827-BFD4-075E48868DF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21737C8-F7FB-4D79-9884-8EE563DBC8B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DC83126-F6C8-40B7-97C8-6CFFCB72B37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A8241A-D8F3-4980-B949-45EBA2D666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1F03D16-F399-4E29-B694-965B945700B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91E84A4-2461-4C34-9AC3-C39D9533A5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D8BFC5-06B7-4F2E-9890-A5C9DBDC72E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DD960B-FACF-4EDA-9C6A-B481375EA48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43A0CB-E1D9-472A-8502-10B6C2EC32D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F06ACBF-759E-43EF-B963-C5D8D121304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2614bdc2294fb5" /><Relationship Type="http://schemas.openxmlformats.org/officeDocument/2006/relationships/slideLayout" Target="/ppt/slideLayouts/slideLayout1.xml" Id="Ra7c47e6caf254af3" /><Relationship Type="http://schemas.openxmlformats.org/officeDocument/2006/relationships/slideLayout" Target="/ppt/slideLayouts/slideLayout2.xml" Id="R89dbb8d06b164cb1" /><Relationship Type="http://schemas.openxmlformats.org/officeDocument/2006/relationships/slideLayout" Target="/ppt/slideLayouts/slideLayout3.xml" Id="R7379a3831c6c4a4f" /><Relationship Type="http://schemas.openxmlformats.org/officeDocument/2006/relationships/slideLayout" Target="/ppt/slideLayouts/slideLayout4.xml" Id="R456b876398614caf" /><Relationship Type="http://schemas.openxmlformats.org/officeDocument/2006/relationships/slideLayout" Target="/ppt/slideLayouts/slideLayout5.xml" Id="Rc22932dafda94f7d" /><Relationship Type="http://schemas.openxmlformats.org/officeDocument/2006/relationships/slideLayout" Target="/ppt/slideLayouts/slideLayout6.xml" Id="R5d970b43254246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c47e6caf254af3"/>
    <p:sldLayoutId xmlns:r="http://schemas.openxmlformats.org/officeDocument/2006/relationships" id="2147483650" r:id="R89dbb8d06b164cb1"/>
    <p:sldLayoutId xmlns:r="http://schemas.openxmlformats.org/officeDocument/2006/relationships" id="2147483651" r:id="R7379a3831c6c4a4f"/>
    <p:sldLayoutId xmlns:r="http://schemas.openxmlformats.org/officeDocument/2006/relationships" id="2147483652" r:id="R456b876398614caf"/>
    <p:sldLayoutId xmlns:r="http://schemas.openxmlformats.org/officeDocument/2006/relationships" id="2147483653" r:id="Rc22932dafda94f7d"/>
    <p:sldLayoutId xmlns:r="http://schemas.openxmlformats.org/officeDocument/2006/relationships" id="2147483654" r:id="R5d970b43254246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35da613a2ab4234" /><Relationship Type="http://schemas.openxmlformats.org/officeDocument/2006/relationships/notesSlide" Target="/ppt/notesSlides/notesSlide1.xml" Id="R9a5939a65f4e46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20fc8c35d924928" /><Relationship Type="http://schemas.openxmlformats.org/officeDocument/2006/relationships/notesSlide" Target="/ppt/notesSlides/notesSlide2.xml" Id="Rdee4b77a53584ad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ab55961a943461e" /><Relationship Type="http://schemas.openxmlformats.org/officeDocument/2006/relationships/notesSlide" Target="/ppt/notesSlides/notesSlide3.xml" Id="R0f687e2a514347c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5c61c727d1e4a4c" /><Relationship Type="http://schemas.openxmlformats.org/officeDocument/2006/relationships/notesSlide" Target="/ppt/notesSlides/notesSlide4.xml" Id="R042f9bdaf0f549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74526eb0be041ef" /><Relationship Type="http://schemas.openxmlformats.org/officeDocument/2006/relationships/notesSlide" Target="/ppt/notesSlides/notesSlide5.xml" Id="R57d905c7bd4847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50a76ba518e4227" /><Relationship Type="http://schemas.openxmlformats.org/officeDocument/2006/relationships/notesSlide" Target="/ppt/notesSlides/notesSlide6.xml" Id="R997355f513f948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68e0402814a45e6" /><Relationship Type="http://schemas.openxmlformats.org/officeDocument/2006/relationships/notesSlide" Target="/ppt/notesSlides/notesSlide7.xml" Id="R84950c5c4ae74a5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200f7854dc24467" /><Relationship Type="http://schemas.openxmlformats.org/officeDocument/2006/relationships/notesSlide" Target="/ppt/notesSlides/notesSlide8.xml" Id="R7c7fe564e60547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f2f72803f604473" /><Relationship Type="http://schemas.openxmlformats.org/officeDocument/2006/relationships/notesSlide" Target="/ppt/notesSlides/notesSlide9.xml" Id="R356e60bdb97e48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f4acd4ddd6440af" /><Relationship Type="http://schemas.openxmlformats.org/officeDocument/2006/relationships/notesSlide" Target="/ppt/notesSlides/notesSlide10.xml" Id="Rb96643323f7b4f5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5631cdbc9684585" /><Relationship Type="http://schemas.openxmlformats.org/officeDocument/2006/relationships/notesSlide" Target="/ppt/notesSlides/notesSlide11.xml" Id="R0805d156df5245e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fff6d5a85c0485d" /><Relationship Type="http://schemas.openxmlformats.org/officeDocument/2006/relationships/notesSlide" Target="/ppt/notesSlides/notesSlide12.xml" Id="R415e78eed15e441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3984d94c7bd473e" /><Relationship Type="http://schemas.openxmlformats.org/officeDocument/2006/relationships/notesSlide" Target="/ppt/notesSlides/notesSlide13.xml" Id="R4beb30482ae34d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b4fa06c8dc64ab6" /><Relationship Type="http://schemas.openxmlformats.org/officeDocument/2006/relationships/notesSlide" Target="/ppt/notesSlides/notesSlide14.xml" Id="R45c52c883b38425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56eb3b587fb4569" /><Relationship Type="http://schemas.openxmlformats.org/officeDocument/2006/relationships/notesSlide" Target="/ppt/notesSlides/notesSlide15.xml" Id="R4822ad254fc94c0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42938db30e54902" /><Relationship Type="http://schemas.openxmlformats.org/officeDocument/2006/relationships/notesSlide" Target="/ppt/notesSlides/notesSlide16.xml" Id="Rb36b49f767b34a6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821aab89afa4f50" /><Relationship Type="http://schemas.openxmlformats.org/officeDocument/2006/relationships/notesSlide" Target="/ppt/notesSlides/notesSlide17.xml" Id="Rdaf2dc040254473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129f02a6ce34580" /><Relationship Type="http://schemas.openxmlformats.org/officeDocument/2006/relationships/notesSlide" Target="/ppt/notesSlides/notesSlide18.xml" Id="R25392373c0c343e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aada85f906a49fa" /><Relationship Type="http://schemas.openxmlformats.org/officeDocument/2006/relationships/notesSlide" Target="/ppt/notesSlides/notesSlide19.xml" Id="Rce88f2bb447d422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918490a221b421b" /><Relationship Type="http://schemas.openxmlformats.org/officeDocument/2006/relationships/notesSlide" Target="/ppt/notesSlides/notesSlide20.xml" Id="Rd2c01621e90b438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7c64b0cedce84c2a" /><Relationship Type="http://schemas.openxmlformats.org/officeDocument/2006/relationships/notesSlide" Target="/ppt/notesSlides/notesSlide21.xml" Id="R58ede86b94094e9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49ed2989d440437b" /><Relationship Type="http://schemas.openxmlformats.org/officeDocument/2006/relationships/notesSlide" Target="/ppt/notesSlides/notesSlide22.xml" Id="R5257bdcacc6f44c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e2efa396d474645" /><Relationship Type="http://schemas.openxmlformats.org/officeDocument/2006/relationships/notesSlide" Target="/ppt/notesSlides/notesSlide23.xml" Id="Rf4b54a0c3a3a4da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e0612e3285a41cc" /><Relationship Type="http://schemas.openxmlformats.org/officeDocument/2006/relationships/notesSlide" Target="/ppt/notesSlides/notesSlide24.xml" Id="Re4f4d2b1373c44c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f6e2101c75cc497c" /><Relationship Type="http://schemas.openxmlformats.org/officeDocument/2006/relationships/notesSlide" Target="/ppt/notesSlides/notesSlide25.xml" Id="R589342dfb936489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3e5eaec9575747f5" /><Relationship Type="http://schemas.openxmlformats.org/officeDocument/2006/relationships/notesSlide" Target="/ppt/notesSlides/notesSlide26.xml" Id="Rbc876dfaa79649e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d4219e089fe4295" /><Relationship Type="http://schemas.openxmlformats.org/officeDocument/2006/relationships/notesSlide" Target="/ppt/notesSlides/notesSlide27.xml" Id="Rca599dca767f4f4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e729dfdbd9c4c03" /><Relationship Type="http://schemas.openxmlformats.org/officeDocument/2006/relationships/notesSlide" Target="/ppt/notesSlides/notesSlide28.xml" Id="R2344575041c6416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5d73ffb4c330480c" /><Relationship Type="http://schemas.openxmlformats.org/officeDocument/2006/relationships/notesSlide" Target="/ppt/notesSlides/notesSlide29.xml" Id="R73d4fd77b8824a2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5f7f3fcba8764f52" /><Relationship Type="http://schemas.openxmlformats.org/officeDocument/2006/relationships/notesSlide" Target="/ppt/notesSlides/notesSlide30.xml" Id="Ra8a629d04847438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b4cb455d0b1413e" /><Relationship Type="http://schemas.openxmlformats.org/officeDocument/2006/relationships/notesSlide" Target="/ppt/notesSlides/notesSlide31.xml" Id="R85463b0cc80d487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6428c2fc7344884" /><Relationship Type="http://schemas.openxmlformats.org/officeDocument/2006/relationships/notesSlide" Target="/ppt/notesSlides/notesSlide32.xml" Id="Rc490a1372ad04d5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e2d0deabecf487c" /><Relationship Type="http://schemas.openxmlformats.org/officeDocument/2006/relationships/notesSlide" Target="/ppt/notesSlides/notesSlide33.xml" Id="Rde957af6c466459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d1d105e96dd49fa" /><Relationship Type="http://schemas.openxmlformats.org/officeDocument/2006/relationships/notesSlide" Target="/ppt/notesSlides/notesSlide34.xml" Id="Recd2477bf2e84fd1" /></Relationships>
</file>

<file path=ppt/slides/slide1.xml><?xml version="1.0" encoding="utf-8"?>
<p:sld xmlns:p="http://schemas.openxmlformats.org/presentationml/2006/main">
  <p:cSld>
    <p:bg>
      <p:bgPr>
        <a:solidFill xmlns:a="http://schemas.openxmlformats.org/drawingml/2006/main">
          <a:srgbClr val="142D4E"/>
        </a:solidFill>
      </p:bgPr>
    </p:bg>
    <p:spTree>
      <p:nvGrpSpPr>
        <p:cNvPr id="1" name=""/>
        <p:cNvGrpSpPr/>
        <p:nvPr/>
      </p:nvGrpSpPr>
      <p:grpSpPr>
        <a:xfrm xmlns:a="http://schemas.openxmlformats.org/drawingml/2006/main"/>
      </p:grpSpPr>
      <p:sp>
        <p:nvSpPr>
          <p:cNvPr id="5" name="Sky Cookie Remediation">
            <a:extLst xmlns:a="http://schemas.openxmlformats.org/drawingml/2006/main">
              <a:ext uri="{FF2B5EF4-FFF2-40B4-BE49-F238E27FC236}">
                <a16:creationId xmlns:a16="http://schemas.microsoft.com/office/drawing/2014/main" id="{92D89AA9-1BE6-46BB-B079-881A2FCF9E12}"/>
              </a:ext>
            </a:extLst>
          </p:cNvPr>
          <p:cNvSpPr>
            <a:spLocks xmlns:a="http://schemas.openxmlformats.org/drawingml/2006/main" noGrp="1"/>
          </p:cNvSpPr>
          <p:nvPr/>
        </p:nvSpPr>
        <p:spPr>
          <a:xfrm xmlns:a="http://schemas.openxmlformats.org/drawingml/2006/main">
            <a:off x="685800" y="127635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FFFFFF"/>
                </a:solidFill>
                <a:latin typeface="Lato"/>
                <a:ea typeface="Lato"/>
                <a:cs typeface="Lato"/>
              </a:defRPr>
            </a:defPPr>
          </a:lstStyle>
          <a:p xmlns:a="http://schemas.openxmlformats.org/drawingml/2006/main">
            <a:pPr algn="l">
              <a:defRPr sz="4800" b="1">
                <a:solidFill>
                  <a:srgbClr val="FFFFFF"/>
                </a:solidFill>
                <a:latin typeface="Lato"/>
                <a:ea typeface="Lato"/>
                <a:cs typeface="Lato"/>
              </a:defRPr>
            </a:pPr>
            <a:r>
              <a:rPr sz="4800" b="1">
                <a:solidFill>
                  <a:srgbClr val="FFFFFF"/>
                </a:solidFill>
                <a:latin typeface="Lato"/>
                <a:ea typeface="Lato"/>
                <a:cs typeface="Lato"/>
              </a:rPr>
              <a:t>Sky Cookie Remediation</a:t>
            </a:r>
          </a:p>
        </p:txBody>
      </p:sp>
      <p:sp>
        <p:nvSpPr>
          <p:cNvPr id="2" name="5-Day Knowledge Transfer Plan">
            <a:extLst xmlns:a="http://schemas.openxmlformats.org/drawingml/2006/main">
              <a:ext uri="{FF2B5EF4-FFF2-40B4-BE49-F238E27FC236}">
                <a16:creationId xmlns:a16="http://schemas.microsoft.com/office/drawing/2014/main" id="{9DD183DF-75AB-4605-A838-223A17B246C1}"/>
              </a:ext>
            </a:extLst>
          </p:cNvPr>
          <p:cNvSpPr>
            <a:spLocks xmlns:a="http://schemas.openxmlformats.org/drawingml/2006/main" noGrp="1"/>
          </p:cNvSpPr>
          <p:nvPr/>
        </p:nvSpPr>
        <p:spPr>
          <a:xfrm xmlns:a="http://schemas.openxmlformats.org/drawingml/2006/main">
            <a:off x="685800" y="239077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Lato"/>
                <a:ea typeface="Lato"/>
                <a:cs typeface="Lato"/>
              </a:defRPr>
            </a:defPPr>
          </a:lstStyle>
          <a:p xmlns:a="http://schemas.openxmlformats.org/drawingml/2006/main">
            <a:pPr algn="l">
              <a:defRPr sz="3600" b="1">
                <a:solidFill>
                  <a:srgbClr val="FFFFFF"/>
                </a:solidFill>
                <a:latin typeface="Lato"/>
                <a:ea typeface="Lato"/>
                <a:cs typeface="Lato"/>
              </a:defRPr>
            </a:pPr>
            <a:r>
              <a:rPr sz="3600" b="1">
                <a:solidFill>
                  <a:srgbClr val="FFFFFF"/>
                </a:solidFill>
                <a:latin typeface="Lato"/>
                <a:ea typeface="Lato"/>
                <a:cs typeface="Lato"/>
              </a:rPr>
              <a:t>5-Day Knowledge Transfer Plan</a:t>
            </a:r>
          </a:p>
        </p:txBody>
      </p:sp>
      <p:sp>
        <p:nvSpPr>
          <p:cNvPr id="3" name="Consent management, vendor investigation, and ObservePoint audit ">
            <a:extLst xmlns:a="http://schemas.openxmlformats.org/drawingml/2006/main">
              <a:ext uri="{FF2B5EF4-FFF2-40B4-BE49-F238E27FC236}">
                <a16:creationId xmlns:a16="http://schemas.microsoft.com/office/drawing/2014/main" id="{E0B5A826-337F-4B12-B5AB-B06D78D21638}"/>
              </a:ext>
            </a:extLst>
          </p:cNvPr>
          <p:cNvSpPr>
            <a:spLocks xmlns:a="http://schemas.openxmlformats.org/drawingml/2006/main" noGrp="1"/>
          </p:cNvSpPr>
          <p:nvPr/>
        </p:nvSpPr>
        <p:spPr>
          <a:xfrm xmlns:a="http://schemas.openxmlformats.org/drawingml/2006/main">
            <a:off x="685800" y="3609975"/>
            <a:ext cx="9810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D9E8F4"/>
                </a:solidFill>
                <a:latin typeface="Lato"/>
                <a:ea typeface="Lato"/>
                <a:cs typeface="Lato"/>
              </a:defRPr>
            </a:defPPr>
          </a:lstStyle>
          <a:p xmlns:a="http://schemas.openxmlformats.org/drawingml/2006/main">
            <a:pPr algn="l">
              <a:defRPr sz="2325" b="0">
                <a:solidFill>
                  <a:srgbClr val="D9E8F4"/>
                </a:solidFill>
                <a:latin typeface="Lato"/>
                <a:ea typeface="Lato"/>
                <a:cs typeface="Lato"/>
              </a:defRPr>
            </a:pPr>
            <a:r>
              <a:rPr sz="2325" b="0">
                <a:solidFill>
                  <a:srgbClr val="D9E8F4"/>
                </a:solidFill>
                <a:latin typeface="Lato"/>
                <a:ea typeface="Lato"/>
                <a:cs typeface="Lato"/>
              </a:rPr>
              <a:t>Consent management, vendor investigation, and ObservePoint audit validation</a:t>
            </a:r>
          </a:p>
        </p:txBody>
      </p:sp>
      <p:sp>
        <p:nvSpPr>
          <p:cNvPr id="4" name="Planned onboarding curriculum">
            <a:extLst xmlns:a="http://schemas.openxmlformats.org/drawingml/2006/main">
              <a:ext uri="{FF2B5EF4-FFF2-40B4-BE49-F238E27FC236}">
                <a16:creationId xmlns:a16="http://schemas.microsoft.com/office/drawing/2014/main" id="{49DB89B7-E8F1-416D-AF44-AE0DB631DE9C}"/>
              </a:ext>
            </a:extLst>
          </p:cNvPr>
          <p:cNvSpPr>
            <a:spLocks xmlns:a="http://schemas.openxmlformats.org/drawingml/2006/main" noGrp="1"/>
          </p:cNvSpPr>
          <p:nvPr/>
        </p:nvSpPr>
        <p:spPr>
          <a:xfrm xmlns:a="http://schemas.openxmlformats.org/drawingml/2006/main">
            <a:off x="685800" y="572452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D9E8F4"/>
                </a:solidFill>
                <a:latin typeface="Lato"/>
                <a:ea typeface="Lato"/>
                <a:cs typeface="Lato"/>
              </a:defRPr>
            </a:defPPr>
          </a:lstStyle>
          <a:p xmlns:a="http://schemas.openxmlformats.org/drawingml/2006/main">
            <a:pPr algn="l">
              <a:defRPr sz="1725" b="0">
                <a:solidFill>
                  <a:srgbClr val="D9E8F4"/>
                </a:solidFill>
                <a:latin typeface="Lato"/>
                <a:ea typeface="Lato"/>
                <a:cs typeface="Lato"/>
              </a:defRPr>
            </a:pPr>
            <a:r>
              <a:rPr sz="1725" b="0">
                <a:solidFill>
                  <a:srgbClr val="D9E8F4"/>
                </a:solidFill>
                <a:latin typeface="Lato"/>
                <a:ea typeface="Lato"/>
                <a:cs typeface="Lato"/>
              </a:rPr>
              <a:t>Planned onboarding curriculum</a:t>
            </a:r>
          </a:p>
        </p:txBody>
      </p:sp>
    </p:spTree>
    <p:extLst>
      <p:ext uri="{BB962C8B-B14F-4D97-AF65-F5344CB8AC3E}">
        <p14:creationId xmlns:p14="http://schemas.microsoft.com/office/powerpoint/2010/main" val="5226337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nowledge Transfer">
            <a:extLst xmlns:a="http://schemas.openxmlformats.org/drawingml/2006/main">
              <a:ext uri="{FF2B5EF4-FFF2-40B4-BE49-F238E27FC236}">
                <a16:creationId xmlns:a16="http://schemas.microsoft.com/office/drawing/2014/main" id="{CFF9DE0F-4529-444B-8604-72890E4AB7BF}"/>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6FB9"/>
                </a:solidFill>
                <a:latin typeface="Lato"/>
                <a:ea typeface="Lato"/>
                <a:cs typeface="Lato"/>
              </a:defRPr>
            </a:defPPr>
          </a:lstStyle>
          <a:p xmlns:a="http://schemas.openxmlformats.org/drawingml/2006/main">
            <a:pPr algn="l">
              <a:defRPr sz="1275" b="1">
                <a:solidFill>
                  <a:srgbClr val="006FB9"/>
                </a:solidFill>
                <a:latin typeface="Lato"/>
                <a:ea typeface="Lato"/>
                <a:cs typeface="Lato"/>
              </a:defRPr>
            </a:pPr>
            <a:r>
              <a:rPr sz="1275" b="1">
                <a:solidFill>
                  <a:srgbClr val="006FB9"/>
                </a:solidFill>
                <a:latin typeface="Lato"/>
                <a:ea typeface="Lato"/>
                <a:cs typeface="Lato"/>
              </a:rPr>
              <a:t>Knowledge Transfer</a:t>
            </a:r>
          </a:p>
        </p:txBody>
      </p:sp>
      <p:sp>
        <p:nvSpPr>
          <p:cNvPr id="2" name="KT objectives and completion expectations">
            <a:extLst xmlns:a="http://schemas.openxmlformats.org/drawingml/2006/main">
              <a:ext uri="{FF2B5EF4-FFF2-40B4-BE49-F238E27FC236}">
                <a16:creationId xmlns:a16="http://schemas.microsoft.com/office/drawing/2014/main" id="{7677F5CA-17C1-466A-917B-59F25F999FA6}"/>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KT objectives and completion expectations</a:t>
            </a:r>
          </a:p>
        </p:txBody>
      </p:sp>
      <p:sp>
        <p:nvSpPr>
          <p:cNvPr id="3" name="">
            <a:extLst xmlns:a="http://schemas.openxmlformats.org/drawingml/2006/main">
              <a:ext uri="{FF2B5EF4-FFF2-40B4-BE49-F238E27FC236}">
                <a16:creationId xmlns:a16="http://schemas.microsoft.com/office/drawing/2014/main" id="{957BD797-C9D7-480D-B68B-FAE74C975831}"/>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1C1B0A0C-2C4E-456A-B320-84925B14641D}"/>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02">
            <a:extLst xmlns:a="http://schemas.openxmlformats.org/drawingml/2006/main">
              <a:ext uri="{FF2B5EF4-FFF2-40B4-BE49-F238E27FC236}">
                <a16:creationId xmlns:a16="http://schemas.microsoft.com/office/drawing/2014/main" id="{4911B621-217B-491B-A71A-8703FB49C111}"/>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02</a:t>
            </a:r>
          </a:p>
        </p:txBody>
      </p:sp>
      <p:sp>
        <p:nvSpPr>
          <p:cNvPr id="6" name="Knowledge to transfer">
            <a:extLst xmlns:a="http://schemas.openxmlformats.org/drawingml/2006/main">
              <a:ext uri="{FF2B5EF4-FFF2-40B4-BE49-F238E27FC236}">
                <a16:creationId xmlns:a16="http://schemas.microsoft.com/office/drawing/2014/main" id="{C5F5A4B9-2BE4-4F8F-81B6-F2249AB5D32C}"/>
              </a:ext>
            </a:extLst>
          </p:cNvPr>
          <p:cNvSpPr>
            <a:spLocks xmlns:a="http://schemas.openxmlformats.org/drawingml/2006/main" noGrp="1"/>
          </p:cNvSpPr>
          <p:nvPr/>
        </p:nvSpPr>
        <p:spPr>
          <a:xfrm xmlns:a="http://schemas.openxmlformats.org/drawingml/2006/main">
            <a:off x="609600" y="17240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D4E"/>
                </a:solidFill>
                <a:latin typeface="Lato"/>
                <a:ea typeface="Lato"/>
                <a:cs typeface="Lato"/>
              </a:defRPr>
            </a:defPPr>
          </a:lstStyle>
          <a:p xmlns:a="http://schemas.openxmlformats.org/drawingml/2006/main">
            <a:pPr algn="l">
              <a:defRPr sz="2175" b="1">
                <a:solidFill>
                  <a:srgbClr val="142D4E"/>
                </a:solidFill>
                <a:latin typeface="Lato"/>
                <a:ea typeface="Lato"/>
                <a:cs typeface="Lato"/>
              </a:defRPr>
            </a:pPr>
            <a:r>
              <a:rPr sz="2175" b="1">
                <a:solidFill>
                  <a:srgbClr val="142D4E"/>
                </a:solidFill>
                <a:latin typeface="Lato"/>
                <a:ea typeface="Lato"/>
                <a:cs typeface="Lato"/>
              </a:rPr>
              <a:t>Knowledge to transfer</a:t>
            </a:r>
          </a:p>
        </p:txBody>
      </p:sp>
      <p:sp>
        <p:nvSpPr>
          <p:cNvPr id="7" name="">
            <a:extLst xmlns:a="http://schemas.openxmlformats.org/drawingml/2006/main">
              <a:ext uri="{FF2B5EF4-FFF2-40B4-BE49-F238E27FC236}">
                <a16:creationId xmlns:a16="http://schemas.microsoft.com/office/drawing/2014/main" id="{1F0D0798-FFC1-4779-AFC9-A4D877598F53}"/>
              </a:ext>
            </a:extLst>
          </p:cNvPr>
          <p:cNvSpPr>
            <a:spLocks xmlns:a="http://schemas.openxmlformats.org/drawingml/2006/main" noGrp="1"/>
          </p:cNvSpPr>
          <p:nvPr/>
        </p:nvSpPr>
        <p:spPr>
          <a:xfrm xmlns:a="http://schemas.openxmlformats.org/drawingml/2006/main">
            <a:off x="609600" y="2286000"/>
            <a:ext cx="5238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1344B"/>
                </a:solidFill>
                <a:latin typeface="Lato"/>
                <a:ea typeface="Lato"/>
                <a:cs typeface="Lato"/>
              </a:defRPr>
            </a:defPPr>
          </a:lstStyle>
          <a:p xmlns:a="http://schemas.openxmlformats.org/drawingml/2006/main">
            <a:pPr marL="203200" indent="-101600" algn="l">
              <a:spcAft>
                <a:spcPts val="1000"/>
              </a:spcAft>
              <a:buChar char="•"/>
              <a:defRPr sz="2025" b="0">
                <a:solidFill>
                  <a:srgbClr val="21344B"/>
                </a:solidFill>
                <a:latin typeface="Lato"/>
                <a:ea typeface="Lato"/>
                <a:cs typeface="Lato"/>
              </a:defRPr>
            </a:pPr>
            <a:r>
              <a:rPr sz="2025" b="0">
                <a:solidFill>
                  <a:srgbClr val="21344B"/>
                </a:solidFill>
                <a:latin typeface="Lato"/>
                <a:ea typeface="Lato"/>
                <a:cs typeface="Lato"/>
              </a:rPr>
              <a:t>Project scope and consent expectations</a:t>
            </a:r>
          </a:p>
          <a:p xmlns:a="http://schemas.openxmlformats.org/drawingml/2006/main">
            <a:pPr marL="203200" indent="-101600" algn="l">
              <a:spcAft>
                <a:spcPts val="1000"/>
              </a:spcAft>
              <a:buChar char="•"/>
              <a:defRPr sz="2025" b="0">
                <a:solidFill>
                  <a:srgbClr val="21344B"/>
                </a:solidFill>
                <a:latin typeface="Lato"/>
                <a:ea typeface="Lato"/>
                <a:cs typeface="Lato"/>
              </a:defRPr>
            </a:pPr>
            <a:r>
              <a:rPr sz="2025" b="0">
                <a:solidFill>
                  <a:srgbClr val="21344B"/>
                </a:solidFill>
                <a:latin typeface="Lato"/>
                <a:ea typeface="Lato"/>
                <a:cs typeface="Lato"/>
              </a:rPr>
              <a:t>Vendor implementation and browser evidence</a:t>
            </a:r>
          </a:p>
          <a:p xmlns:a="http://schemas.openxmlformats.org/drawingml/2006/main">
            <a:pPr marL="203200" indent="-101600" algn="l">
              <a:spcAft>
                <a:spcPts val="1000"/>
              </a:spcAft>
              <a:buChar char="•"/>
              <a:defRPr sz="2025" b="0">
                <a:solidFill>
                  <a:srgbClr val="21344B"/>
                </a:solidFill>
                <a:latin typeface="Lato"/>
                <a:ea typeface="Lato"/>
                <a:cs typeface="Lato"/>
              </a:defRPr>
            </a:pPr>
            <a:r>
              <a:rPr sz="2025" b="0">
                <a:solidFill>
                  <a:srgbClr val="21344B"/>
                </a:solidFill>
                <a:latin typeface="Lato"/>
                <a:ea typeface="Lato"/>
                <a:cs typeface="Lato"/>
              </a:rPr>
              <a:t>ObservePoint configuration and rule logic</a:t>
            </a:r>
          </a:p>
          <a:p xmlns:a="http://schemas.openxmlformats.org/drawingml/2006/main">
            <a:pPr marL="203200" indent="-101600" algn="l">
              <a:spcAft>
                <a:spcPts val="1000"/>
              </a:spcAft>
              <a:buChar char="•"/>
              <a:defRPr sz="2025" b="0">
                <a:solidFill>
                  <a:srgbClr val="21344B"/>
                </a:solidFill>
                <a:latin typeface="Lato"/>
                <a:ea typeface="Lato"/>
                <a:cs typeface="Lato"/>
              </a:defRPr>
            </a:pPr>
            <a:r>
              <a:rPr sz="2025" b="0">
                <a:solidFill>
                  <a:srgbClr val="21344B"/>
                </a:solidFill>
                <a:latin typeface="Lato"/>
                <a:ea typeface="Lato"/>
                <a:cs typeface="Lato"/>
              </a:rPr>
              <a:t>Issue documentation and remediation retesting</a:t>
            </a:r>
          </a:p>
        </p:txBody>
      </p:sp>
      <p:sp>
        <p:nvSpPr>
          <p:cNvPr id="8" name="Ability to demonstrate by Day 5">
            <a:extLst xmlns:a="http://schemas.openxmlformats.org/drawingml/2006/main">
              <a:ext uri="{FF2B5EF4-FFF2-40B4-BE49-F238E27FC236}">
                <a16:creationId xmlns:a16="http://schemas.microsoft.com/office/drawing/2014/main" id="{0862CB0B-4A9E-449E-A00A-C0CED6037E01}"/>
              </a:ext>
            </a:extLst>
          </p:cNvPr>
          <p:cNvSpPr>
            <a:spLocks xmlns:a="http://schemas.openxmlformats.org/drawingml/2006/main" noGrp="1"/>
          </p:cNvSpPr>
          <p:nvPr/>
        </p:nvSpPr>
        <p:spPr>
          <a:xfrm xmlns:a="http://schemas.openxmlformats.org/drawingml/2006/main">
            <a:off x="6572250" y="172402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D4E"/>
                </a:solidFill>
                <a:latin typeface="Lato"/>
                <a:ea typeface="Lato"/>
                <a:cs typeface="Lato"/>
              </a:defRPr>
            </a:defPPr>
          </a:lstStyle>
          <a:p xmlns:a="http://schemas.openxmlformats.org/drawingml/2006/main">
            <a:pPr algn="l">
              <a:defRPr sz="2175" b="1">
                <a:solidFill>
                  <a:srgbClr val="142D4E"/>
                </a:solidFill>
                <a:latin typeface="Lato"/>
                <a:ea typeface="Lato"/>
                <a:cs typeface="Lato"/>
              </a:defRPr>
            </a:pPr>
            <a:r>
              <a:rPr sz="2175" b="1">
                <a:solidFill>
                  <a:srgbClr val="142D4E"/>
                </a:solidFill>
                <a:latin typeface="Lato"/>
                <a:ea typeface="Lato"/>
                <a:cs typeface="Lato"/>
              </a:rPr>
              <a:t>Ability to demonstrate by Day 5</a:t>
            </a:r>
          </a:p>
        </p:txBody>
      </p:sp>
      <p:sp>
        <p:nvSpPr>
          <p:cNvPr id="9" name="">
            <a:extLst xmlns:a="http://schemas.openxmlformats.org/drawingml/2006/main">
              <a:ext uri="{FF2B5EF4-FFF2-40B4-BE49-F238E27FC236}">
                <a16:creationId xmlns:a16="http://schemas.microsoft.com/office/drawing/2014/main" id="{8B9A85C1-71B5-4B69-BFA4-52FA712ECA8E}"/>
              </a:ext>
            </a:extLst>
          </p:cNvPr>
          <p:cNvSpPr>
            <a:spLocks xmlns:a="http://schemas.openxmlformats.org/drawingml/2006/main" noGrp="1"/>
          </p:cNvSpPr>
          <p:nvPr/>
        </p:nvSpPr>
        <p:spPr>
          <a:xfrm xmlns:a="http://schemas.openxmlformats.org/drawingml/2006/main">
            <a:off x="6572250" y="2286000"/>
            <a:ext cx="5000625"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1344B"/>
                </a:solidFill>
                <a:latin typeface="Lato"/>
                <a:ea typeface="Lato"/>
                <a:cs typeface="Lato"/>
              </a:defRPr>
            </a:defPPr>
          </a:lstStyle>
          <a:p xmlns:a="http://schemas.openxmlformats.org/drawingml/2006/main">
            <a:pPr marL="203200" indent="-101600" algn="l">
              <a:spcAft>
                <a:spcPts val="1000"/>
              </a:spcAft>
              <a:buChar char="•"/>
              <a:defRPr sz="2025" b="0">
                <a:solidFill>
                  <a:srgbClr val="21344B"/>
                </a:solidFill>
                <a:latin typeface="Lato"/>
                <a:ea typeface="Lato"/>
                <a:cs typeface="Lato"/>
              </a:defRPr>
            </a:pPr>
            <a:r>
              <a:rPr sz="2025" b="0">
                <a:solidFill>
                  <a:srgbClr val="21344B"/>
                </a:solidFill>
                <a:latin typeface="Lato"/>
                <a:ea typeface="Lato"/>
                <a:cs typeface="Lato"/>
              </a:rPr>
              <a:t>Investigate one routine vendor</a:t>
            </a:r>
          </a:p>
          <a:p xmlns:a="http://schemas.openxmlformats.org/drawingml/2006/main">
            <a:pPr marL="203200" indent="-101600" algn="l">
              <a:spcAft>
                <a:spcPts val="1000"/>
              </a:spcAft>
              <a:buChar char="•"/>
              <a:defRPr sz="2025" b="0">
                <a:solidFill>
                  <a:srgbClr val="21344B"/>
                </a:solidFill>
                <a:latin typeface="Lato"/>
                <a:ea typeface="Lato"/>
                <a:cs typeface="Lato"/>
              </a:defRPr>
            </a:pPr>
            <a:r>
              <a:rPr sz="2025" b="0">
                <a:solidFill>
                  <a:srgbClr val="21344B"/>
                </a:solidFill>
                <a:latin typeface="Lato"/>
                <a:ea typeface="Lato"/>
                <a:cs typeface="Lato"/>
              </a:rPr>
              <a:t>Configure and validate a training audit</a:t>
            </a:r>
          </a:p>
          <a:p xmlns:a="http://schemas.openxmlformats.org/drawingml/2006/main">
            <a:pPr marL="203200" indent="-101600" algn="l">
              <a:spcAft>
                <a:spcPts val="1000"/>
              </a:spcAft>
              <a:buChar char="•"/>
              <a:defRPr sz="2025" b="0">
                <a:solidFill>
                  <a:srgbClr val="21344B"/>
                </a:solidFill>
                <a:latin typeface="Lato"/>
                <a:ea typeface="Lato"/>
                <a:cs typeface="Lato"/>
              </a:defRPr>
            </a:pPr>
            <a:r>
              <a:rPr sz="2025" b="0">
                <a:solidFill>
                  <a:srgbClr val="21344B"/>
                </a:solidFill>
                <a:latin typeface="Lato"/>
                <a:ea typeface="Lato"/>
                <a:cs typeface="Lato"/>
              </a:rPr>
              <a:t>Explain presence and absence results</a:t>
            </a:r>
          </a:p>
          <a:p xmlns:a="http://schemas.openxmlformats.org/drawingml/2006/main">
            <a:pPr marL="203200" indent="-101600" algn="l">
              <a:spcAft>
                <a:spcPts val="1000"/>
              </a:spcAft>
              <a:buChar char="•"/>
              <a:defRPr sz="2025" b="0">
                <a:solidFill>
                  <a:srgbClr val="21344B"/>
                </a:solidFill>
                <a:latin typeface="Lato"/>
                <a:ea typeface="Lato"/>
                <a:cs typeface="Lato"/>
              </a:defRPr>
            </a:pPr>
            <a:r>
              <a:rPr sz="2025" b="0">
                <a:solidFill>
                  <a:srgbClr val="21344B"/>
                </a:solidFill>
                <a:latin typeface="Lato"/>
                <a:ea typeface="Lato"/>
                <a:cs typeface="Lato"/>
              </a:rPr>
              <a:t>Maintain records and escalate uncertainties</a:t>
            </a:r>
          </a:p>
        </p:txBody>
      </p:sp>
      <p:sp>
        <p:nvSpPr>
          <p:cNvPr id="10" name="">
            <a:extLst xmlns:a="http://schemas.openxmlformats.org/drawingml/2006/main">
              <a:ext uri="{FF2B5EF4-FFF2-40B4-BE49-F238E27FC236}">
                <a16:creationId xmlns:a16="http://schemas.microsoft.com/office/drawing/2014/main" id="{6B41597A-6340-479C-9878-F0077A6B4D9C}"/>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11" name="Delivery approach">
            <a:extLst xmlns:a="http://schemas.openxmlformats.org/drawingml/2006/main">
              <a:ext uri="{FF2B5EF4-FFF2-40B4-BE49-F238E27FC236}">
                <a16:creationId xmlns:a16="http://schemas.microsoft.com/office/drawing/2014/main" id="{832F3BCC-2CE7-490F-863D-4381FF4FE65F}"/>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Delivery approach</a:t>
            </a:r>
          </a:p>
        </p:txBody>
      </p:sp>
      <p:sp>
        <p:nvSpPr>
          <p:cNvPr id="12" name="Explanation, trainer demonstration, guided practice, and reverse ">
            <a:extLst xmlns:a="http://schemas.openxmlformats.org/drawingml/2006/main">
              <a:ext uri="{FF2B5EF4-FFF2-40B4-BE49-F238E27FC236}">
                <a16:creationId xmlns:a16="http://schemas.microsoft.com/office/drawing/2014/main" id="{8B67D18F-4376-48D4-AAD7-3BBFE2117EE4}"/>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Explanation, trainer demonstration, guided practice, and reverse KT within five working days.</a:t>
            </a:r>
          </a:p>
        </p:txBody>
      </p:sp>
    </p:spTree>
    <p:extLst>
      <p:ext uri="{BB962C8B-B14F-4D97-AF65-F5344CB8AC3E}">
        <p14:creationId xmlns:p14="http://schemas.microsoft.com/office/powerpoint/2010/main" val="329051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nowledge Transfer">
            <a:extLst xmlns:a="http://schemas.openxmlformats.org/drawingml/2006/main">
              <a:ext uri="{FF2B5EF4-FFF2-40B4-BE49-F238E27FC236}">
                <a16:creationId xmlns:a16="http://schemas.microsoft.com/office/drawing/2014/main" id="{CAC8EBF2-00F3-4D1F-A2B6-EF5D96D215D9}"/>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6FB9"/>
                </a:solidFill>
                <a:latin typeface="Lato"/>
                <a:ea typeface="Lato"/>
                <a:cs typeface="Lato"/>
              </a:defRPr>
            </a:defPPr>
          </a:lstStyle>
          <a:p xmlns:a="http://schemas.openxmlformats.org/drawingml/2006/main">
            <a:pPr algn="l">
              <a:defRPr sz="1275" b="1">
                <a:solidFill>
                  <a:srgbClr val="006FB9"/>
                </a:solidFill>
                <a:latin typeface="Lato"/>
                <a:ea typeface="Lato"/>
                <a:cs typeface="Lato"/>
              </a:defRPr>
            </a:pPr>
            <a:r>
              <a:rPr sz="1275" b="1">
                <a:solidFill>
                  <a:srgbClr val="006FB9"/>
                </a:solidFill>
                <a:latin typeface="Lato"/>
                <a:ea typeface="Lato"/>
                <a:cs typeface="Lato"/>
              </a:rPr>
              <a:t>Knowledge Transfer</a:t>
            </a:r>
          </a:p>
        </p:txBody>
      </p:sp>
      <p:sp>
        <p:nvSpPr>
          <p:cNvPr id="2" name="Five working days of planned knowledge transfer">
            <a:extLst xmlns:a="http://schemas.openxmlformats.org/drawingml/2006/main">
              <a:ext uri="{FF2B5EF4-FFF2-40B4-BE49-F238E27FC236}">
                <a16:creationId xmlns:a16="http://schemas.microsoft.com/office/drawing/2014/main" id="{D9E8CE27-15E1-4BEA-8EEE-C6B9E32D9FBF}"/>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Five working days of planned knowledge transfer</a:t>
            </a:r>
          </a:p>
        </p:txBody>
      </p:sp>
      <p:sp>
        <p:nvSpPr>
          <p:cNvPr id="3" name="">
            <a:extLst xmlns:a="http://schemas.openxmlformats.org/drawingml/2006/main">
              <a:ext uri="{FF2B5EF4-FFF2-40B4-BE49-F238E27FC236}">
                <a16:creationId xmlns:a16="http://schemas.microsoft.com/office/drawing/2014/main" id="{940070BB-4B50-465E-BFD3-24C07DB07AB0}"/>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A3CC7AD8-62D0-4823-AD72-C5DF98E5D678}"/>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03">
            <a:extLst xmlns:a="http://schemas.openxmlformats.org/drawingml/2006/main">
              <a:ext uri="{FF2B5EF4-FFF2-40B4-BE49-F238E27FC236}">
                <a16:creationId xmlns:a16="http://schemas.microsoft.com/office/drawing/2014/main" id="{7E639D22-949C-472A-9AF8-568B88B4A1DC}"/>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03</a:t>
            </a:r>
          </a:p>
        </p:txBody>
      </p:sp>
      <p:graphicFrame>
        <p:nvGraphicFramePr>
          <p:cNvPr id="6" name="">
            <a:extLst xmlns:a="http://schemas.openxmlformats.org/drawingml/2006/main">
              <a:ext uri="{FF2B5EF4-FFF2-40B4-BE49-F238E27FC236}">
                <a16:creationId xmlns:a16="http://schemas.microsoft.com/office/drawing/2014/main" id="{AD8EC524-93AB-4191-B582-9643F7320873}"/>
              </a:ext>
            </a:extLst>
          </p:cNvPr>
          <p:cNvGraphicFramePr/>
          <p:nvPr/>
        </p:nvGraphicFramePr>
        <p:xfrm>
          <a:off xmlns:a="http://schemas.openxmlformats.org/drawingml/2006/main" x="609600" y="1724025"/>
          <a:ext xmlns:a="http://schemas.openxmlformats.org/drawingml/2006/main" cx="10972800" cy="3714750"/>
        </p:xfrm>
        <a:graphic xmlns:a="http://schemas.openxmlformats.org/drawingml/2006/main">
          <a:graphicData uri="http://schemas.openxmlformats.org/drawingml/2006/table">
            <a:tbl>
              <a:tblPr/>
              <a:tblGrid>
                <a:gridCol w="1000125"/>
                <a:gridCol w="3714750"/>
                <a:gridCol w="6257925"/>
              </a:tblGrid>
              <a:tr h="495300">
                <a:tc>
                  <a:txBody>
                    <a:bodyPr lIns="0" tIns="0" rIns="0" bIns="0">
                      <a:noAutofit/>
                    </a:bodyPr>
                    <a:lstStyle/>
                    <a:p>
                      <a:r>
                        <a:rPr sz="1725" b="1">
                          <a:solidFill>
                            <a:srgbClr val="FFFFFF"/>
                          </a:solidFill>
                          <a:latin typeface="Lato"/>
                          <a:ea typeface="Lato"/>
                          <a:cs typeface="Lato"/>
                        </a:rPr>
                        <a:t>Day</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Training focus</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Learner output</a:t>
                      </a:r>
                    </a:p>
                  </a:txBody>
                  <a:tcPr marL="91440" marR="91440" marT="45720" marB="45720" anchor="ctr">
                    <a:solidFill>
                      <a:srgbClr val="142D4E"/>
                    </a:solidFill>
                  </a:tcPr>
                </a:tc>
              </a:tr>
              <a:tr h="643890">
                <a:tc>
                  <a:txBody>
                    <a:bodyPr lIns="0" tIns="0" rIns="0" bIns="0">
                      <a:noAutofit/>
                    </a:bodyPr>
                    <a:lstStyle/>
                    <a:p>
                      <a:r>
                        <a:rPr sz="1800" b="0">
                          <a:solidFill>
                            <a:srgbClr val="21344B"/>
                          </a:solidFill>
                          <a:latin typeface="Lato"/>
                          <a:ea typeface="Lato"/>
                          <a:cs typeface="Lato"/>
                        </a:rPr>
                        <a:t>Day 1</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Project &amp; Consent Management</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Explain scope, consent states, and ownership using a completed consent-scenario matrix.</a:t>
                      </a:r>
                    </a:p>
                  </a:txBody>
                  <a:tcPr marL="91440" marR="91440" marT="45720" marB="45720" anchor="ctr">
                    <a:solidFill>
                      <a:srgbClr val="FFFFFF"/>
                    </a:solidFill>
                  </a:tcPr>
                </a:tc>
              </a:tr>
              <a:tr h="643890">
                <a:tc>
                  <a:txBody>
                    <a:bodyPr lIns="0" tIns="0" rIns="0" bIns="0">
                      <a:noAutofit/>
                    </a:bodyPr>
                    <a:lstStyle/>
                    <a:p>
                      <a:r>
                        <a:rPr sz="1800" b="0">
                          <a:solidFill>
                            <a:srgbClr val="21344B"/>
                          </a:solidFill>
                          <a:latin typeface="Lato"/>
                          <a:ea typeface="Lato"/>
                          <a:cs typeface="Lato"/>
                        </a:rPr>
                        <a:t>Day 2</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Vendor &amp; Cookie Analysis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Produce a vendor implementation record with a documented-versus-observed storage comparison.</a:t>
                      </a:r>
                    </a:p>
                  </a:txBody>
                  <a:tcPr marL="91440" marR="91440" marT="45720" marB="45720" anchor="ctr">
                    <a:solidFill>
                      <a:srgbClr val="EFF4F8"/>
                    </a:solidFill>
                  </a:tcPr>
                </a:tc>
              </a:tr>
              <a:tr h="643890">
                <a:tc>
                  <a:txBody>
                    <a:bodyPr lIns="0" tIns="0" rIns="0" bIns="0">
                      <a:noAutofit/>
                    </a:bodyPr>
                    <a:lstStyle/>
                    <a:p>
                      <a:r>
                        <a:rPr sz="1800" b="0">
                          <a:solidFill>
                            <a:srgbClr val="21344B"/>
                          </a:solidFill>
                          <a:latin typeface="Lato"/>
                          <a:ea typeface="Lato"/>
                          <a:cs typeface="Lato"/>
                        </a:rPr>
                        <a:t>Day 3</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ObservePoint Configuration</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Explain the audit configuration and demonstrate rule evaluation on a valid pilot run.</a:t>
                      </a:r>
                    </a:p>
                  </a:txBody>
                  <a:tcPr marL="91440" marR="91440" marT="45720" marB="45720" anchor="ctr">
                    <a:solidFill>
                      <a:srgbClr val="FFFFFF"/>
                    </a:solidFill>
                  </a:tcPr>
                </a:tc>
              </a:tr>
              <a:tr h="643890">
                <a:tc>
                  <a:txBody>
                    <a:bodyPr lIns="0" tIns="0" rIns="0" bIns="0">
                      <a:noAutofit/>
                    </a:bodyPr>
                    <a:lstStyle/>
                    <a:p>
                      <a:r>
                        <a:rPr sz="1800" b="0">
                          <a:solidFill>
                            <a:srgbClr val="21344B"/>
                          </a:solidFill>
                          <a:latin typeface="Lato"/>
                          <a:ea typeface="Lato"/>
                          <a:cs typeface="Lato"/>
                        </a:rPr>
                        <a:t>Day 4</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Audit Validation &amp; Reporting</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Prepare an issue record and status summary that link expected behaviour, evidence, owner, and retest steps.</a:t>
                      </a:r>
                    </a:p>
                  </a:txBody>
                  <a:tcPr marL="91440" marR="91440" marT="45720" marB="45720" anchor="ctr">
                    <a:solidFill>
                      <a:srgbClr val="EFF4F8"/>
                    </a:solidFill>
                  </a:tcPr>
                </a:tc>
              </a:tr>
              <a:tr h="643890">
                <a:tc>
                  <a:txBody>
                    <a:bodyPr lIns="0" tIns="0" rIns="0" bIns="0">
                      <a:noAutofit/>
                    </a:bodyPr>
                    <a:lstStyle/>
                    <a:p>
                      <a:r>
                        <a:rPr sz="1800" b="0">
                          <a:solidFill>
                            <a:srgbClr val="21344B"/>
                          </a:solidFill>
                          <a:latin typeface="Lato"/>
                          <a:ea typeface="Lato"/>
                          <a:cs typeface="Lato"/>
                        </a:rPr>
                        <a:t>Day 5</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Practical KT &amp; Handover</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Demonstrate routine investigation and audit validation, explain limitations, and identify when to escalate.</a:t>
                      </a:r>
                    </a:p>
                  </a:txBody>
                  <a:tcPr marL="91440" marR="91440" marT="45720" marB="4572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4806A19-5555-433A-94AF-59A2535465BB}"/>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8" name="Learning point">
            <a:extLst xmlns:a="http://schemas.openxmlformats.org/drawingml/2006/main">
              <a:ext uri="{FF2B5EF4-FFF2-40B4-BE49-F238E27FC236}">
                <a16:creationId xmlns:a16="http://schemas.microsoft.com/office/drawing/2014/main" id="{664F9CEF-6E62-42B0-86F1-939EC6C7DD3C}"/>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Learning point</a:t>
            </a:r>
          </a:p>
        </p:txBody>
      </p:sp>
      <p:sp>
        <p:nvSpPr>
          <p:cNvPr id="9" name="The Excel schedule holds editable dates, trainer details, duratio">
            <a:extLst xmlns:a="http://schemas.openxmlformats.org/drawingml/2006/main">
              <a:ext uri="{FF2B5EF4-FFF2-40B4-BE49-F238E27FC236}">
                <a16:creationId xmlns:a16="http://schemas.microsoft.com/office/drawing/2014/main" id="{8515F917-5537-4EB5-AA70-E065CC473618}"/>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The Excel schedule holds editable dates, trainer details, duration, status, and remarks.</a:t>
            </a:r>
          </a:p>
        </p:txBody>
      </p:sp>
    </p:spTree>
    <p:extLst>
      <p:ext uri="{BB962C8B-B14F-4D97-AF65-F5344CB8AC3E}">
        <p14:creationId xmlns:p14="http://schemas.microsoft.com/office/powerpoint/2010/main" val="3022364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 1  /  Project &amp; Consent Management">
            <a:extLst xmlns:a="http://schemas.openxmlformats.org/drawingml/2006/main">
              <a:ext uri="{FF2B5EF4-FFF2-40B4-BE49-F238E27FC236}">
                <a16:creationId xmlns:a16="http://schemas.microsoft.com/office/drawing/2014/main" id="{9FE29108-0784-4A17-B237-50D39DD2E4ED}"/>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6FB9"/>
                </a:solidFill>
                <a:latin typeface="Lato"/>
                <a:ea typeface="Lato"/>
                <a:cs typeface="Lato"/>
              </a:defRPr>
            </a:defPPr>
          </a:lstStyle>
          <a:p xmlns:a="http://schemas.openxmlformats.org/drawingml/2006/main">
            <a:pPr algn="l">
              <a:defRPr sz="1275" b="1">
                <a:solidFill>
                  <a:srgbClr val="006FB9"/>
                </a:solidFill>
                <a:latin typeface="Lato"/>
                <a:ea typeface="Lato"/>
                <a:cs typeface="Lato"/>
              </a:defRPr>
            </a:pPr>
            <a:r>
              <a:rPr sz="1275" b="1">
                <a:solidFill>
                  <a:srgbClr val="006FB9"/>
                </a:solidFill>
                <a:latin typeface="Lato"/>
                <a:ea typeface="Lato"/>
                <a:cs typeface="Lato"/>
              </a:rPr>
              <a:t>Day 1  /  Project &amp; Consent Management</a:t>
            </a:r>
          </a:p>
        </p:txBody>
      </p:sp>
      <p:sp>
        <p:nvSpPr>
          <p:cNvPr id="2" name="Project overview and remediation objectives">
            <a:extLst xmlns:a="http://schemas.openxmlformats.org/drawingml/2006/main">
              <a:ext uri="{FF2B5EF4-FFF2-40B4-BE49-F238E27FC236}">
                <a16:creationId xmlns:a16="http://schemas.microsoft.com/office/drawing/2014/main" id="{94BF2F22-F9C7-44CD-B21C-0A4DF8138179}"/>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Project overview and remediation objectives</a:t>
            </a:r>
          </a:p>
        </p:txBody>
      </p:sp>
      <p:sp>
        <p:nvSpPr>
          <p:cNvPr id="3" name="">
            <a:extLst xmlns:a="http://schemas.openxmlformats.org/drawingml/2006/main">
              <a:ext uri="{FF2B5EF4-FFF2-40B4-BE49-F238E27FC236}">
                <a16:creationId xmlns:a16="http://schemas.microsoft.com/office/drawing/2014/main" id="{6B387F01-A1C5-4B61-98C1-0576570BFA68}"/>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289653F2-6F7D-427E-8E81-B6D05C12C984}"/>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04">
            <a:extLst xmlns:a="http://schemas.openxmlformats.org/drawingml/2006/main">
              <a:ext uri="{FF2B5EF4-FFF2-40B4-BE49-F238E27FC236}">
                <a16:creationId xmlns:a16="http://schemas.microsoft.com/office/drawing/2014/main" id="{31FC5325-335B-4E7B-89EC-9DDB183A2F32}"/>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04</a:t>
            </a:r>
          </a:p>
        </p:txBody>
      </p:sp>
      <p:sp>
        <p:nvSpPr>
          <p:cNvPr id="6" name="Project objectives to understand">
            <a:extLst xmlns:a="http://schemas.openxmlformats.org/drawingml/2006/main">
              <a:ext uri="{FF2B5EF4-FFF2-40B4-BE49-F238E27FC236}">
                <a16:creationId xmlns:a16="http://schemas.microsoft.com/office/drawing/2014/main" id="{DA9216CF-B2C7-435D-9142-1C3940E34AEF}"/>
              </a:ext>
            </a:extLst>
          </p:cNvPr>
          <p:cNvSpPr>
            <a:spLocks xmlns:a="http://schemas.openxmlformats.org/drawingml/2006/main" noGrp="1"/>
          </p:cNvSpPr>
          <p:nvPr/>
        </p:nvSpPr>
        <p:spPr>
          <a:xfrm xmlns:a="http://schemas.openxmlformats.org/drawingml/2006/main">
            <a:off x="609600" y="17145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Project objectives to understand</a:t>
            </a:r>
          </a:p>
        </p:txBody>
      </p:sp>
      <p:sp>
        <p:nvSpPr>
          <p:cNvPr id="7" name="">
            <a:extLst xmlns:a="http://schemas.openxmlformats.org/drawingml/2006/main">
              <a:ext uri="{FF2B5EF4-FFF2-40B4-BE49-F238E27FC236}">
                <a16:creationId xmlns:a16="http://schemas.microsoft.com/office/drawing/2014/main" id="{0DE09C24-1558-4E5B-817A-8FF1A69514AC}"/>
              </a:ext>
            </a:extLst>
          </p:cNvPr>
          <p:cNvSpPr>
            <a:spLocks xmlns:a="http://schemas.openxmlformats.org/drawingml/2006/main" noGrp="1"/>
          </p:cNvSpPr>
          <p:nvPr/>
        </p:nvSpPr>
        <p:spPr>
          <a:xfrm xmlns:a="http://schemas.openxmlformats.org/drawingml/2006/main">
            <a:off x="609600" y="2266950"/>
            <a:ext cx="50958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Align tracking with approved consent expectations</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Document vendor purpose and browser storage</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Identify reproducible implementation discrepancies</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Support corrections through repeat validation</a:t>
            </a:r>
          </a:p>
        </p:txBody>
      </p:sp>
      <p:sp>
        <p:nvSpPr>
          <p:cNvPr id="8" name="">
            <a:extLst xmlns:a="http://schemas.openxmlformats.org/drawingml/2006/main">
              <a:ext uri="{FF2B5EF4-FFF2-40B4-BE49-F238E27FC236}">
                <a16:creationId xmlns:a16="http://schemas.microsoft.com/office/drawing/2014/main" id="{86197F50-A69F-488A-A6CB-CDE17FF4E9CB}"/>
              </a:ext>
            </a:extLst>
          </p:cNvPr>
          <p:cNvSpPr>
            <a:spLocks xmlns:a="http://schemas.openxmlformats.org/drawingml/2006/main" noGrp="1"/>
          </p:cNvSpPr>
          <p:nvPr/>
        </p:nvSpPr>
        <p:spPr>
          <a:xfrm xmlns:a="http://schemas.openxmlformats.org/drawingml/2006/main">
            <a:off x="6105525" y="1771650"/>
            <a:ext cx="0" cy="337185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9" name="Scope to confirm in the walkthrough">
            <a:extLst xmlns:a="http://schemas.openxmlformats.org/drawingml/2006/main">
              <a:ext uri="{FF2B5EF4-FFF2-40B4-BE49-F238E27FC236}">
                <a16:creationId xmlns:a16="http://schemas.microsoft.com/office/drawing/2014/main" id="{3732D53F-8D81-4E35-928E-F63B0C073580}"/>
              </a:ext>
            </a:extLst>
          </p:cNvPr>
          <p:cNvSpPr>
            <a:spLocks xmlns:a="http://schemas.openxmlformats.org/drawingml/2006/main" noGrp="1"/>
          </p:cNvSpPr>
          <p:nvPr/>
        </p:nvSpPr>
        <p:spPr>
          <a:xfrm xmlns:a="http://schemas.openxmlformats.org/drawingml/2006/main">
            <a:off x="6572250" y="1714500"/>
            <a:ext cx="5010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Scope to confirm in the walkthrough</a:t>
            </a:r>
          </a:p>
        </p:txBody>
      </p:sp>
      <p:sp>
        <p:nvSpPr>
          <p:cNvPr id="10" name="">
            <a:extLst xmlns:a="http://schemas.openxmlformats.org/drawingml/2006/main">
              <a:ext uri="{FF2B5EF4-FFF2-40B4-BE49-F238E27FC236}">
                <a16:creationId xmlns:a16="http://schemas.microsoft.com/office/drawing/2014/main" id="{89AA3C5C-E005-42A7-BA80-8879440F99F3}"/>
              </a:ext>
            </a:extLst>
          </p:cNvPr>
          <p:cNvSpPr>
            <a:spLocks xmlns:a="http://schemas.openxmlformats.org/drawingml/2006/main" noGrp="1"/>
          </p:cNvSpPr>
          <p:nvPr/>
        </p:nvSpPr>
        <p:spPr>
          <a:xfrm xmlns:a="http://schemas.openxmlformats.org/drawingml/2006/main">
            <a:off x="6572250" y="2266950"/>
            <a:ext cx="50101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Approved websites, domains, and environments</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Representative pages and user interactions</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Consent scenarios and browser context</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Coverage boundaries and escalation owners</a:t>
            </a:r>
          </a:p>
        </p:txBody>
      </p:sp>
      <p:sp>
        <p:nvSpPr>
          <p:cNvPr id="11" name="">
            <a:extLst xmlns:a="http://schemas.openxmlformats.org/drawingml/2006/main">
              <a:ext uri="{FF2B5EF4-FFF2-40B4-BE49-F238E27FC236}">
                <a16:creationId xmlns:a16="http://schemas.microsoft.com/office/drawing/2014/main" id="{9F35FA0D-9D43-425B-AB7B-0C70C9259120}"/>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12" name="Practical focus">
            <a:extLst xmlns:a="http://schemas.openxmlformats.org/drawingml/2006/main">
              <a:ext uri="{FF2B5EF4-FFF2-40B4-BE49-F238E27FC236}">
                <a16:creationId xmlns:a16="http://schemas.microsoft.com/office/drawing/2014/main" id="{8EA67DAA-25EA-4286-BCC0-9F59BE4BBDFD}"/>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13" name="The trainer explains the approved project scope and how routine v">
            <a:extLst xmlns:a="http://schemas.openxmlformats.org/drawingml/2006/main">
              <a:ext uri="{FF2B5EF4-FFF2-40B4-BE49-F238E27FC236}">
                <a16:creationId xmlns:a16="http://schemas.microsoft.com/office/drawing/2014/main" id="{D8FA8591-ACBA-4483-A3BD-4DA7CD196A5C}"/>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The trainer explains the approved project scope and how routine validation supports remediation.</a:t>
            </a:r>
          </a:p>
        </p:txBody>
      </p:sp>
    </p:spTree>
    <p:extLst>
      <p:ext uri="{BB962C8B-B14F-4D97-AF65-F5344CB8AC3E}">
        <p14:creationId xmlns:p14="http://schemas.microsoft.com/office/powerpoint/2010/main" val="17663173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Knowledge Transfer">
            <a:extLst xmlns:a="http://schemas.openxmlformats.org/drawingml/2006/main">
              <a:ext uri="{FF2B5EF4-FFF2-40B4-BE49-F238E27FC236}">
                <a16:creationId xmlns:a16="http://schemas.microsoft.com/office/drawing/2014/main" id="{626568D7-E370-4D94-A9E8-152C70454206}"/>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6FB9"/>
                </a:solidFill>
                <a:latin typeface="Lato"/>
                <a:ea typeface="Lato"/>
                <a:cs typeface="Lato"/>
              </a:defRPr>
            </a:defPPr>
          </a:lstStyle>
          <a:p xmlns:a="http://schemas.openxmlformats.org/drawingml/2006/main">
            <a:pPr algn="l">
              <a:defRPr sz="1275" b="1">
                <a:solidFill>
                  <a:srgbClr val="006FB9"/>
                </a:solidFill>
                <a:latin typeface="Lato"/>
                <a:ea typeface="Lato"/>
                <a:cs typeface="Lato"/>
              </a:defRPr>
            </a:pPr>
            <a:r>
              <a:rPr sz="1275" b="1">
                <a:solidFill>
                  <a:srgbClr val="006FB9"/>
                </a:solidFill>
                <a:latin typeface="Lato"/>
                <a:ea typeface="Lato"/>
                <a:cs typeface="Lato"/>
              </a:rPr>
              <a:t>Knowledge Transfer</a:t>
            </a:r>
          </a:p>
        </p:txBody>
      </p:sp>
      <p:sp>
        <p:nvSpPr>
          <p:cNvPr id="2" name="Project scope and operational ownership">
            <a:extLst xmlns:a="http://schemas.openxmlformats.org/drawingml/2006/main">
              <a:ext uri="{FF2B5EF4-FFF2-40B4-BE49-F238E27FC236}">
                <a16:creationId xmlns:a16="http://schemas.microsoft.com/office/drawing/2014/main" id="{89226C23-B745-4173-A264-52652A939C6A}"/>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Project scope and operational ownership</a:t>
            </a:r>
          </a:p>
        </p:txBody>
      </p:sp>
      <p:sp>
        <p:nvSpPr>
          <p:cNvPr id="3" name="">
            <a:extLst xmlns:a="http://schemas.openxmlformats.org/drawingml/2006/main">
              <a:ext uri="{FF2B5EF4-FFF2-40B4-BE49-F238E27FC236}">
                <a16:creationId xmlns:a16="http://schemas.microsoft.com/office/drawing/2014/main" id="{2EF0020F-B8F8-48C0-8AC8-BAE762FB00E1}"/>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9B89CA52-7ABB-4E30-AC82-3DF4B6DFCF15}"/>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05">
            <a:extLst xmlns:a="http://schemas.openxmlformats.org/drawingml/2006/main">
              <a:ext uri="{FF2B5EF4-FFF2-40B4-BE49-F238E27FC236}">
                <a16:creationId xmlns:a16="http://schemas.microsoft.com/office/drawing/2014/main" id="{75DD7076-F385-43DA-A996-E7B2B1908A7B}"/>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05</a:t>
            </a:r>
          </a:p>
        </p:txBody>
      </p:sp>
      <p:graphicFrame>
        <p:nvGraphicFramePr>
          <p:cNvPr id="6" name="">
            <a:extLst xmlns:a="http://schemas.openxmlformats.org/drawingml/2006/main">
              <a:ext uri="{FF2B5EF4-FFF2-40B4-BE49-F238E27FC236}">
                <a16:creationId xmlns:a16="http://schemas.microsoft.com/office/drawing/2014/main" id="{F88DBB34-0FC7-43E6-910E-BBD376F78B0C}"/>
              </a:ext>
            </a:extLst>
          </p:cNvPr>
          <p:cNvGraphicFramePr/>
          <p:nvPr/>
        </p:nvGraphicFramePr>
        <p:xfrm>
          <a:off xmlns:a="http://schemas.openxmlformats.org/drawingml/2006/main" x="609600" y="1724025"/>
          <a:ext xmlns:a="http://schemas.openxmlformats.org/drawingml/2006/main" cx="10972800" cy="3714750"/>
        </p:xfrm>
        <a:graphic xmlns:a="http://schemas.openxmlformats.org/drawingml/2006/main">
          <a:graphicData uri="http://schemas.openxmlformats.org/drawingml/2006/table">
            <a:tbl>
              <a:tblPr/>
              <a:tblGrid>
                <a:gridCol w="1905000"/>
                <a:gridCol w="4572000"/>
                <a:gridCol w="4495800"/>
              </a:tblGrid>
              <a:tr h="495300">
                <a:tc>
                  <a:txBody>
                    <a:bodyPr lIns="0" tIns="0" rIns="0" bIns="0">
                      <a:noAutofit/>
                    </a:bodyPr>
                    <a:lstStyle/>
                    <a:p>
                      <a:r>
                        <a:rPr sz="1725" b="1">
                          <a:solidFill>
                            <a:srgbClr val="FFFFFF"/>
                          </a:solidFill>
                          <a:latin typeface="Lato"/>
                          <a:ea typeface="Lato"/>
                          <a:cs typeface="Lato"/>
                        </a:rPr>
                        <a:t>Area</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Knowledge to transfer</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Responsibility to confirm</a:t>
                      </a:r>
                    </a:p>
                  </a:txBody>
                  <a:tcPr marL="91440" marR="91440" marT="45720" marB="45720" anchor="ctr">
                    <a:solidFill>
                      <a:srgbClr val="142D4E"/>
                    </a:solidFill>
                  </a:tcPr>
                </a:tc>
              </a:tr>
              <a:tr h="804863">
                <a:tc>
                  <a:txBody>
                    <a:bodyPr lIns="0" tIns="0" rIns="0" bIns="0">
                      <a:noAutofit/>
                    </a:bodyPr>
                    <a:lstStyle/>
                    <a:p>
                      <a:r>
                        <a:rPr sz="1800" b="0">
                          <a:solidFill>
                            <a:srgbClr val="21344B"/>
                          </a:solidFill>
                          <a:latin typeface="Lato"/>
                          <a:ea typeface="Lato"/>
                          <a:cs typeface="Lato"/>
                        </a:rPr>
                        <a:t>Scope</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Websites, domains, page types, environments, and exclusions</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Project lead confirms the approved coverage.</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Consent expectations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Category definitions and vendor/purpose permissions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CMP and privacy owners confirm policy expectations.</a:t>
                      </a:r>
                    </a:p>
                  </a:txBody>
                  <a:tcPr marL="91440" marR="91440" marT="45720" marB="45720" anchor="ctr">
                    <a:solidFill>
                      <a:srgbClr val="EFF4F8"/>
                    </a:solidFill>
                  </a:tcPr>
                </a:tc>
              </a:tr>
              <a:tr h="804863">
                <a:tc>
                  <a:txBody>
                    <a:bodyPr lIns="0" tIns="0" rIns="0" bIns="0">
                      <a:noAutofit/>
                    </a:bodyPr>
                    <a:lstStyle/>
                    <a:p>
                      <a:r>
                        <a:rPr sz="1800" b="0">
                          <a:solidFill>
                            <a:srgbClr val="21344B"/>
                          </a:solidFill>
                          <a:latin typeface="Lato"/>
                          <a:ea typeface="Lato"/>
                          <a:cs typeface="Lato"/>
                        </a:rPr>
                        <a:t>Routine validation</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Vendor records, audit setup, evidence, and issue tracking</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Analyst investigates, documents, and escalates.</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Remediation and closure</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Implementation change, repeat testing, and reporting</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Technical owner fixes. Analyst validates. Lead accepts closure.</a:t>
                      </a:r>
                    </a:p>
                  </a:txBody>
                  <a:tcPr marL="91440" marR="91440" marT="45720" marB="45720" anchor="ctr">
                    <a:solidFill>
                      <a:srgbClr val="EFF4F8"/>
                    </a:solidFill>
                  </a:tcPr>
                </a:tc>
              </a:tr>
            </a:tbl>
          </a:graphicData>
        </a:graphic>
      </p:graphicFrame>
      <p:sp>
        <p:nvSpPr>
          <p:cNvPr id="7" name="">
            <a:extLst xmlns:a="http://schemas.openxmlformats.org/drawingml/2006/main">
              <a:ext uri="{FF2B5EF4-FFF2-40B4-BE49-F238E27FC236}">
                <a16:creationId xmlns:a16="http://schemas.microsoft.com/office/drawing/2014/main" id="{88C96E53-9049-4643-8B1C-D4A94EF8B9C5}"/>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8" name="Learning point">
            <a:extLst xmlns:a="http://schemas.openxmlformats.org/drawingml/2006/main">
              <a:ext uri="{FF2B5EF4-FFF2-40B4-BE49-F238E27FC236}">
                <a16:creationId xmlns:a16="http://schemas.microsoft.com/office/drawing/2014/main" id="{325A9DFF-07BD-470A-85F0-0322FF67DC52}"/>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Learning point</a:t>
            </a:r>
          </a:p>
        </p:txBody>
      </p:sp>
      <p:sp>
        <p:nvSpPr>
          <p:cNvPr id="9" name="KT establishes who owns each decision and where the new joiner sh">
            <a:extLst xmlns:a="http://schemas.openxmlformats.org/drawingml/2006/main">
              <a:ext uri="{FF2B5EF4-FFF2-40B4-BE49-F238E27FC236}">
                <a16:creationId xmlns:a16="http://schemas.microsoft.com/office/drawing/2014/main" id="{7F7F33C3-DB8C-420D-BC65-BF9204BD49B1}"/>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KT establishes who owns each decision and where the new joiner should escalate.</a:t>
            </a:r>
          </a:p>
        </p:txBody>
      </p:sp>
    </p:spTree>
    <p:extLst>
      <p:ext uri="{BB962C8B-B14F-4D97-AF65-F5344CB8AC3E}">
        <p14:creationId xmlns:p14="http://schemas.microsoft.com/office/powerpoint/2010/main" val="10068102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y 1  /  Project &amp; Consent Management">
            <a:extLst xmlns:a="http://schemas.openxmlformats.org/drawingml/2006/main">
              <a:ext uri="{FF2B5EF4-FFF2-40B4-BE49-F238E27FC236}">
                <a16:creationId xmlns:a16="http://schemas.microsoft.com/office/drawing/2014/main" id="{886FABD6-50E3-479A-BD29-417634E3385C}"/>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6FB9"/>
                </a:solidFill>
                <a:latin typeface="Lato"/>
                <a:ea typeface="Lato"/>
                <a:cs typeface="Lato"/>
              </a:defRPr>
            </a:defPPr>
          </a:lstStyle>
          <a:p xmlns:a="http://schemas.openxmlformats.org/drawingml/2006/main">
            <a:pPr algn="l">
              <a:defRPr sz="1275" b="1">
                <a:solidFill>
                  <a:srgbClr val="006FB9"/>
                </a:solidFill>
                <a:latin typeface="Lato"/>
                <a:ea typeface="Lato"/>
                <a:cs typeface="Lato"/>
              </a:defRPr>
            </a:pPr>
            <a:r>
              <a:rPr sz="1275" b="1">
                <a:solidFill>
                  <a:srgbClr val="006FB9"/>
                </a:solidFill>
                <a:latin typeface="Lato"/>
                <a:ea typeface="Lato"/>
                <a:cs typeface="Lato"/>
              </a:rPr>
              <a:t>Day 1  /  Project &amp; Consent Management</a:t>
            </a:r>
          </a:p>
        </p:txBody>
      </p:sp>
      <p:sp>
        <p:nvSpPr>
          <p:cNvPr id="2" name="Tracking technologies and cookie fundamentals">
            <a:extLst xmlns:a="http://schemas.openxmlformats.org/drawingml/2006/main">
              <a:ext uri="{FF2B5EF4-FFF2-40B4-BE49-F238E27FC236}">
                <a16:creationId xmlns:a16="http://schemas.microsoft.com/office/drawing/2014/main" id="{451C7DCE-AE6E-40E2-A6CA-441446F29DF9}"/>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Tracking technologies and cookie fundamentals</a:t>
            </a:r>
          </a:p>
        </p:txBody>
      </p:sp>
      <p:sp>
        <p:nvSpPr>
          <p:cNvPr id="3" name="">
            <a:extLst xmlns:a="http://schemas.openxmlformats.org/drawingml/2006/main">
              <a:ext uri="{FF2B5EF4-FFF2-40B4-BE49-F238E27FC236}">
                <a16:creationId xmlns:a16="http://schemas.microsoft.com/office/drawing/2014/main" id="{9600D9BD-9E90-411B-A3D8-7F46745E6099}"/>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B23B6E4B-BBBF-40C0-BCAF-0A77DB4E5BFF}"/>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06">
            <a:extLst xmlns:a="http://schemas.openxmlformats.org/drawingml/2006/main">
              <a:ext uri="{FF2B5EF4-FFF2-40B4-BE49-F238E27FC236}">
                <a16:creationId xmlns:a16="http://schemas.microsoft.com/office/drawing/2014/main" id="{F530B1FD-DE2A-49EC-B165-2B85A6F6127F}"/>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06</a:t>
            </a:r>
          </a:p>
        </p:txBody>
      </p:sp>
      <p:graphicFrame>
        <p:nvGraphicFramePr>
          <p:cNvPr id="6" name="">
            <a:extLst xmlns:a="http://schemas.openxmlformats.org/drawingml/2006/main">
              <a:ext uri="{FF2B5EF4-FFF2-40B4-BE49-F238E27FC236}">
                <a16:creationId xmlns:a16="http://schemas.microsoft.com/office/drawing/2014/main" id="{1DCE80D8-6853-4452-8534-1A14BBFC0487}"/>
              </a:ext>
            </a:extLst>
          </p:cNvPr>
          <p:cNvGraphicFramePr/>
          <p:nvPr/>
        </p:nvGraphicFramePr>
        <p:xfrm>
          <a:off xmlns:a="http://schemas.openxmlformats.org/drawingml/2006/main" x="609600" y="1724025"/>
          <a:ext xmlns:a="http://schemas.openxmlformats.org/drawingml/2006/main" cx="10972800" cy="3714750"/>
        </p:xfrm>
        <a:graphic xmlns:a="http://schemas.openxmlformats.org/drawingml/2006/main">
          <a:graphicData uri="http://schemas.openxmlformats.org/drawingml/2006/table">
            <a:tbl>
              <a:tblPr/>
              <a:tblGrid>
                <a:gridCol w="2190750"/>
                <a:gridCol w="4333875"/>
                <a:gridCol w="4448175"/>
              </a:tblGrid>
              <a:tr h="495300">
                <a:tc>
                  <a:txBody>
                    <a:bodyPr lIns="0" tIns="0" rIns="0" bIns="0">
                      <a:noAutofit/>
                    </a:bodyPr>
                    <a:lstStyle/>
                    <a:p>
                      <a:r>
                        <a:rPr sz="1725" b="1">
                          <a:solidFill>
                            <a:srgbClr val="FFFFFF"/>
                          </a:solidFill>
                          <a:latin typeface="Lato"/>
                          <a:ea typeface="Lato"/>
                          <a:cs typeface="Lato"/>
                        </a:rPr>
                        <a:t>Concept</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Explanation</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Investigation question</a:t>
                      </a:r>
                    </a:p>
                  </a:txBody>
                  <a:tcPr marL="91440" marR="91440" marT="45720" marB="45720" anchor="ctr">
                    <a:solidFill>
                      <a:srgbClr val="142D4E"/>
                    </a:solidFill>
                  </a:tcPr>
                </a:tc>
              </a:tr>
              <a:tr h="804863">
                <a:tc>
                  <a:txBody>
                    <a:bodyPr lIns="0" tIns="0" rIns="0" bIns="0">
                      <a:noAutofit/>
                    </a:bodyPr>
                    <a:lstStyle/>
                    <a:p>
                      <a:r>
                        <a:rPr sz="1800" b="0">
                          <a:solidFill>
                            <a:srgbClr val="21344B"/>
                          </a:solidFill>
                          <a:latin typeface="Lato"/>
                          <a:ea typeface="Lato"/>
                          <a:cs typeface="Lato"/>
                        </a:rPr>
                        <a:t>Tracking technologies</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Scripts, pixels, requests, and browser storage may support a service.</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What purpose, data flow, and user action apply?</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First-party context</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A cookie relates to the site the user is visiting.</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Which domain and path control its scope?</a:t>
                      </a:r>
                    </a:p>
                  </a:txBody>
                  <a:tcPr marL="91440" marR="91440" marT="45720" marB="45720" anchor="ctr">
                    <a:solidFill>
                      <a:srgbClr val="EFF4F8"/>
                    </a:solidFill>
                  </a:tcPr>
                </a:tc>
              </a:tr>
              <a:tr h="804863">
                <a:tc>
                  <a:txBody>
                    <a:bodyPr lIns="0" tIns="0" rIns="0" bIns="0">
                      <a:noAutofit/>
                    </a:bodyPr>
                    <a:lstStyle/>
                    <a:p>
                      <a:r>
                        <a:rPr sz="1800" b="0">
                          <a:solidFill>
                            <a:srgbClr val="21344B"/>
                          </a:solidFill>
                          <a:latin typeface="Lato"/>
                          <a:ea typeface="Lato"/>
                          <a:cs typeface="Lato"/>
                        </a:rPr>
                        <a:t>Third-party context</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A cookie relates to another site in the browsing context.</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Does the browser allow storage or transmission?</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Cookie compliance</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Compare purpose and activity against approved consent expectations.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What should run or write storage in this state?</a:t>
                      </a:r>
                    </a:p>
                  </a:txBody>
                  <a:tcPr marL="91440" marR="91440" marT="45720" marB="45720" anchor="ctr">
                    <a:solidFill>
                      <a:srgbClr val="EFF4F8"/>
                    </a:solidFill>
                  </a:tcPr>
                </a:tc>
              </a:tr>
            </a:tbl>
          </a:graphicData>
        </a:graphic>
      </p:graphicFrame>
      <p:sp>
        <p:nvSpPr>
          <p:cNvPr id="7" name="">
            <a:extLst xmlns:a="http://schemas.openxmlformats.org/drawingml/2006/main">
              <a:ext uri="{FF2B5EF4-FFF2-40B4-BE49-F238E27FC236}">
                <a16:creationId xmlns:a16="http://schemas.microsoft.com/office/drawing/2014/main" id="{469A9C78-E2DA-435C-97B8-F4FAECE5C4D4}"/>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8" name="Learning point">
            <a:extLst xmlns:a="http://schemas.openxmlformats.org/drawingml/2006/main">
              <a:ext uri="{FF2B5EF4-FFF2-40B4-BE49-F238E27FC236}">
                <a16:creationId xmlns:a16="http://schemas.microsoft.com/office/drawing/2014/main" id="{33308C64-B614-4F6D-9BBE-5C925F0309D7}"/>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Learning point</a:t>
            </a:r>
          </a:p>
        </p:txBody>
      </p:sp>
      <p:sp>
        <p:nvSpPr>
          <p:cNvPr id="9" name="Cookie context alone does not establish purpose, ownership, or co">
            <a:extLst xmlns:a="http://schemas.openxmlformats.org/drawingml/2006/main">
              <a:ext uri="{FF2B5EF4-FFF2-40B4-BE49-F238E27FC236}">
                <a16:creationId xmlns:a16="http://schemas.microsoft.com/office/drawing/2014/main" id="{5AF006CF-5969-49F9-AA59-E36E44BD638A}"/>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Cookie context alone does not establish purpose, ownership, or consent permission.</a:t>
            </a:r>
          </a:p>
        </p:txBody>
      </p:sp>
    </p:spTree>
    <p:extLst>
      <p:ext uri="{BB962C8B-B14F-4D97-AF65-F5344CB8AC3E}">
        <p14:creationId xmlns:p14="http://schemas.microsoft.com/office/powerpoint/2010/main" val="36975987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57C9C5ED-687A-4E4E-9E69-65805686DBF3}"/>
              </a:ext>
            </a:extLst>
          </p:cNvPr>
          <p:cNvCxnSpPr>
            <a:stCxn xmlns:a="http://schemas.openxmlformats.org/drawingml/2006/main" id="12" idx="3"/>
            <a:endCxn xmlns:a="http://schemas.openxmlformats.org/drawingml/2006/main" id="15" idx="1"/>
          </p:cNvCxnSpPr>
          <p:nvPr/>
        </p:nvCxnSpPr>
        <p:spPr>
          <a:xfrm xmlns:a="http://schemas.openxmlformats.org/drawingml/2006/main">
            <a:off x="8758238"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F1A673E8-C512-46B3-9F78-A03D07A0D856}"/>
              </a:ext>
            </a:extLst>
          </p:cNvPr>
          <p:cNvCxnSpPr>
            <a:stCxn xmlns:a="http://schemas.openxmlformats.org/drawingml/2006/main" id="9" idx="3"/>
            <a:endCxn xmlns:a="http://schemas.openxmlformats.org/drawingml/2006/main" id="12" idx="1"/>
          </p:cNvCxnSpPr>
          <p:nvPr/>
        </p:nvCxnSpPr>
        <p:spPr>
          <a:xfrm xmlns:a="http://schemas.openxmlformats.org/drawingml/2006/main">
            <a:off x="5934076" y="2857500"/>
            <a:ext cx="323849"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78DBE485-E97C-4E6A-9F7A-E85B27A81D60}"/>
              </a:ext>
            </a:extLst>
          </p:cNvPr>
          <p:cNvCxnSpPr>
            <a:stCxn xmlns:a="http://schemas.openxmlformats.org/drawingml/2006/main" id="6" idx="3"/>
            <a:endCxn xmlns:a="http://schemas.openxmlformats.org/drawingml/2006/main" id="9" idx="1"/>
          </p:cNvCxnSpPr>
          <p:nvPr/>
        </p:nvCxnSpPr>
        <p:spPr>
          <a:xfrm xmlns:a="http://schemas.openxmlformats.org/drawingml/2006/main">
            <a:off x="3109913"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sp>
        <p:nvSpPr>
          <p:cNvPr id="24" name="Day 1  /  Project &amp; Consent Management">
            <a:extLst xmlns:a="http://schemas.openxmlformats.org/drawingml/2006/main">
              <a:ext uri="{FF2B5EF4-FFF2-40B4-BE49-F238E27FC236}">
                <a16:creationId xmlns:a16="http://schemas.microsoft.com/office/drawing/2014/main" id="{B7B69B39-CB64-4D62-88C0-0F8F2419875A}"/>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6FB9"/>
                </a:solidFill>
                <a:latin typeface="Lato"/>
                <a:ea typeface="Lato"/>
                <a:cs typeface="Lato"/>
              </a:defRPr>
            </a:defPPr>
          </a:lstStyle>
          <a:p xmlns:a="http://schemas.openxmlformats.org/drawingml/2006/main">
            <a:pPr algn="l">
              <a:defRPr sz="1275" b="1">
                <a:solidFill>
                  <a:srgbClr val="006FB9"/>
                </a:solidFill>
                <a:latin typeface="Lato"/>
                <a:ea typeface="Lato"/>
                <a:cs typeface="Lato"/>
              </a:defRPr>
            </a:pPr>
            <a:r>
              <a:rPr sz="1275" b="1">
                <a:solidFill>
                  <a:srgbClr val="006FB9"/>
                </a:solidFill>
                <a:latin typeface="Lato"/>
                <a:ea typeface="Lato"/>
                <a:cs typeface="Lato"/>
              </a:rPr>
              <a:t>Day 1  /  Project &amp; Consent Management</a:t>
            </a:r>
          </a:p>
        </p:txBody>
      </p:sp>
      <p:sp>
        <p:nvSpPr>
          <p:cNvPr id="2" name="CMP choices and consent enforcement">
            <a:extLst xmlns:a="http://schemas.openxmlformats.org/drawingml/2006/main">
              <a:ext uri="{FF2B5EF4-FFF2-40B4-BE49-F238E27FC236}">
                <a16:creationId xmlns:a16="http://schemas.microsoft.com/office/drawing/2014/main" id="{2B2A839E-E9E4-4056-B154-5B6ECDF4D3E3}"/>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CMP choices and consent enforcement</a:t>
            </a:r>
          </a:p>
        </p:txBody>
      </p:sp>
      <p:sp>
        <p:nvSpPr>
          <p:cNvPr id="3" name="">
            <a:extLst xmlns:a="http://schemas.openxmlformats.org/drawingml/2006/main">
              <a:ext uri="{FF2B5EF4-FFF2-40B4-BE49-F238E27FC236}">
                <a16:creationId xmlns:a16="http://schemas.microsoft.com/office/drawing/2014/main" id="{B36E9085-8027-4E24-914B-0C2BF520B633}"/>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5FA33A98-BB13-4984-B529-DD5FE6BE5B35}"/>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07">
            <a:extLst xmlns:a="http://schemas.openxmlformats.org/drawingml/2006/main">
              <a:ext uri="{FF2B5EF4-FFF2-40B4-BE49-F238E27FC236}">
                <a16:creationId xmlns:a16="http://schemas.microsoft.com/office/drawing/2014/main" id="{171C10BE-541B-4BFD-A7A8-CD9C7FE4F9F2}"/>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07</a:t>
            </a:r>
          </a:p>
        </p:txBody>
      </p:sp>
      <p:sp>
        <p:nvSpPr>
          <p:cNvPr id="6" name="User choice">
            <a:extLst xmlns:a="http://schemas.openxmlformats.org/drawingml/2006/main">
              <a:ext uri="{FF2B5EF4-FFF2-40B4-BE49-F238E27FC236}">
                <a16:creationId xmlns:a16="http://schemas.microsoft.com/office/drawing/2014/main" id="{4CBA8C04-7E87-4AED-9DF2-7394C0E7B4AB}"/>
              </a:ext>
            </a:extLst>
          </p:cNvPr>
          <p:cNvSpPr>
            <a:spLocks xmlns:a="http://schemas.openxmlformats.org/drawingml/2006/main" noGrp="1"/>
          </p:cNvSpPr>
          <p:nvPr/>
        </p:nvSpPr>
        <p:spPr>
          <a:xfrm xmlns:a="http://schemas.openxmlformats.org/drawingml/2006/main">
            <a:off x="609600"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User choice</a:t>
            </a:r>
          </a:p>
        </p:txBody>
      </p:sp>
      <p:sp>
        <p:nvSpPr>
          <p:cNvPr id="7" name="01">
            <a:extLst xmlns:a="http://schemas.openxmlformats.org/drawingml/2006/main">
              <a:ext uri="{FF2B5EF4-FFF2-40B4-BE49-F238E27FC236}">
                <a16:creationId xmlns:a16="http://schemas.microsoft.com/office/drawing/2014/main" id="{207C8AD2-7B1E-44C7-9F8F-BD6AB3021030}"/>
              </a:ext>
            </a:extLst>
          </p:cNvPr>
          <p:cNvSpPr>
            <a:spLocks xmlns:a="http://schemas.openxmlformats.org/drawingml/2006/main" noGrp="1"/>
          </p:cNvSpPr>
          <p:nvPr/>
        </p:nvSpPr>
        <p:spPr>
          <a:xfrm xmlns:a="http://schemas.openxmlformats.org/drawingml/2006/main">
            <a:off x="609600"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6FB9"/>
                </a:solidFill>
                <a:latin typeface="Lato"/>
                <a:ea typeface="Lato"/>
                <a:cs typeface="Lato"/>
              </a:defRPr>
            </a:defPPr>
          </a:lstStyle>
          <a:p xmlns:a="http://schemas.openxmlformats.org/drawingml/2006/main">
            <a:pPr algn="l">
              <a:defRPr sz="1650" b="1">
                <a:solidFill>
                  <a:srgbClr val="006FB9"/>
                </a:solidFill>
                <a:latin typeface="Lato"/>
                <a:ea typeface="Lato"/>
                <a:cs typeface="Lato"/>
              </a:defRPr>
            </a:pPr>
            <a:r>
              <a:rPr sz="1650" b="1">
                <a:solidFill>
                  <a:srgbClr val="006FB9"/>
                </a:solidFill>
                <a:latin typeface="Lato"/>
                <a:ea typeface="Lato"/>
                <a:cs typeface="Lato"/>
              </a:rPr>
              <a:t>01</a:t>
            </a:r>
          </a:p>
        </p:txBody>
      </p:sp>
      <p:sp>
        <p:nvSpPr>
          <p:cNvPr id="8" name="Banner or preference centre records a choice.">
            <a:extLst xmlns:a="http://schemas.openxmlformats.org/drawingml/2006/main">
              <a:ext uri="{FF2B5EF4-FFF2-40B4-BE49-F238E27FC236}">
                <a16:creationId xmlns:a16="http://schemas.microsoft.com/office/drawing/2014/main" id="{F2655A07-2B19-4B7C-9FF4-677F15F2D5A0}"/>
              </a:ext>
            </a:extLst>
          </p:cNvPr>
          <p:cNvSpPr>
            <a:spLocks xmlns:a="http://schemas.openxmlformats.org/drawingml/2006/main" noGrp="1"/>
          </p:cNvSpPr>
          <p:nvPr/>
        </p:nvSpPr>
        <p:spPr>
          <a:xfrm xmlns:a="http://schemas.openxmlformats.org/drawingml/2006/main">
            <a:off x="609600"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Banner or preference centre records a choice.</a:t>
            </a:r>
          </a:p>
        </p:txBody>
      </p:sp>
      <p:sp>
        <p:nvSpPr>
          <p:cNvPr id="9" name="CMP signal">
            <a:extLst xmlns:a="http://schemas.openxmlformats.org/drawingml/2006/main">
              <a:ext uri="{FF2B5EF4-FFF2-40B4-BE49-F238E27FC236}">
                <a16:creationId xmlns:a16="http://schemas.microsoft.com/office/drawing/2014/main" id="{F30541B2-61F8-4344-83EF-E814F98298E0}"/>
              </a:ext>
            </a:extLst>
          </p:cNvPr>
          <p:cNvSpPr>
            <a:spLocks xmlns:a="http://schemas.openxmlformats.org/drawingml/2006/main" noGrp="1"/>
          </p:cNvSpPr>
          <p:nvPr/>
        </p:nvSpPr>
        <p:spPr>
          <a:xfrm xmlns:a="http://schemas.openxmlformats.org/drawingml/2006/main">
            <a:off x="3433763"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CMP signal</a:t>
            </a:r>
          </a:p>
        </p:txBody>
      </p:sp>
      <p:sp>
        <p:nvSpPr>
          <p:cNvPr id="10" name="02">
            <a:extLst xmlns:a="http://schemas.openxmlformats.org/drawingml/2006/main">
              <a:ext uri="{FF2B5EF4-FFF2-40B4-BE49-F238E27FC236}">
                <a16:creationId xmlns:a16="http://schemas.microsoft.com/office/drawing/2014/main" id="{0988CA8E-2F01-4ADD-9374-84A43C8A10BD}"/>
              </a:ext>
            </a:extLst>
          </p:cNvPr>
          <p:cNvSpPr>
            <a:spLocks xmlns:a="http://schemas.openxmlformats.org/drawingml/2006/main" noGrp="1"/>
          </p:cNvSpPr>
          <p:nvPr/>
        </p:nvSpPr>
        <p:spPr>
          <a:xfrm xmlns:a="http://schemas.openxmlformats.org/drawingml/2006/main">
            <a:off x="3433763"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6FB9"/>
                </a:solidFill>
                <a:latin typeface="Lato"/>
                <a:ea typeface="Lato"/>
                <a:cs typeface="Lato"/>
              </a:defRPr>
            </a:defPPr>
          </a:lstStyle>
          <a:p xmlns:a="http://schemas.openxmlformats.org/drawingml/2006/main">
            <a:pPr algn="l">
              <a:defRPr sz="1650" b="1">
                <a:solidFill>
                  <a:srgbClr val="006FB9"/>
                </a:solidFill>
                <a:latin typeface="Lato"/>
                <a:ea typeface="Lato"/>
                <a:cs typeface="Lato"/>
              </a:defRPr>
            </a:pPr>
            <a:r>
              <a:rPr sz="1650" b="1">
                <a:solidFill>
                  <a:srgbClr val="006FB9"/>
                </a:solidFill>
                <a:latin typeface="Lato"/>
                <a:ea typeface="Lato"/>
                <a:cs typeface="Lato"/>
              </a:rPr>
              <a:t>02</a:t>
            </a:r>
          </a:p>
        </p:txBody>
      </p:sp>
      <p:sp>
        <p:nvSpPr>
          <p:cNvPr id="11" name="Category and vendor permissions express the state.">
            <a:extLst xmlns:a="http://schemas.openxmlformats.org/drawingml/2006/main">
              <a:ext uri="{FF2B5EF4-FFF2-40B4-BE49-F238E27FC236}">
                <a16:creationId xmlns:a16="http://schemas.microsoft.com/office/drawing/2014/main" id="{6C067AC0-63A0-42F6-AEE0-CD4C4C447B98}"/>
              </a:ext>
            </a:extLst>
          </p:cNvPr>
          <p:cNvSpPr>
            <a:spLocks xmlns:a="http://schemas.openxmlformats.org/drawingml/2006/main" noGrp="1"/>
          </p:cNvSpPr>
          <p:nvPr/>
        </p:nvSpPr>
        <p:spPr>
          <a:xfrm xmlns:a="http://schemas.openxmlformats.org/drawingml/2006/main">
            <a:off x="3433763"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Category and vendor permissions express the state.</a:t>
            </a:r>
          </a:p>
        </p:txBody>
      </p:sp>
      <p:sp>
        <p:nvSpPr>
          <p:cNvPr id="12" name="Implementation control">
            <a:extLst xmlns:a="http://schemas.openxmlformats.org/drawingml/2006/main">
              <a:ext uri="{FF2B5EF4-FFF2-40B4-BE49-F238E27FC236}">
                <a16:creationId xmlns:a16="http://schemas.microsoft.com/office/drawing/2014/main" id="{C660CC21-3AEE-4410-87AA-0D0C137A0BA8}"/>
              </a:ext>
            </a:extLst>
          </p:cNvPr>
          <p:cNvSpPr>
            <a:spLocks xmlns:a="http://schemas.openxmlformats.org/drawingml/2006/main" noGrp="1"/>
          </p:cNvSpPr>
          <p:nvPr/>
        </p:nvSpPr>
        <p:spPr>
          <a:xfrm xmlns:a="http://schemas.openxmlformats.org/drawingml/2006/main">
            <a:off x="6257925"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Implementation control</a:t>
            </a:r>
          </a:p>
        </p:txBody>
      </p:sp>
      <p:sp>
        <p:nvSpPr>
          <p:cNvPr id="13" name="03">
            <a:extLst xmlns:a="http://schemas.openxmlformats.org/drawingml/2006/main">
              <a:ext uri="{FF2B5EF4-FFF2-40B4-BE49-F238E27FC236}">
                <a16:creationId xmlns:a16="http://schemas.microsoft.com/office/drawing/2014/main" id="{3AADBDB3-F1DC-463A-AAF5-726352074BA8}"/>
              </a:ext>
            </a:extLst>
          </p:cNvPr>
          <p:cNvSpPr>
            <a:spLocks xmlns:a="http://schemas.openxmlformats.org/drawingml/2006/main" noGrp="1"/>
          </p:cNvSpPr>
          <p:nvPr/>
        </p:nvSpPr>
        <p:spPr>
          <a:xfrm xmlns:a="http://schemas.openxmlformats.org/drawingml/2006/main">
            <a:off x="6257925"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6FB9"/>
                </a:solidFill>
                <a:latin typeface="Lato"/>
                <a:ea typeface="Lato"/>
                <a:cs typeface="Lato"/>
              </a:defRPr>
            </a:defPPr>
          </a:lstStyle>
          <a:p xmlns:a="http://schemas.openxmlformats.org/drawingml/2006/main">
            <a:pPr algn="l">
              <a:defRPr sz="1650" b="1">
                <a:solidFill>
                  <a:srgbClr val="006FB9"/>
                </a:solidFill>
                <a:latin typeface="Lato"/>
                <a:ea typeface="Lato"/>
                <a:cs typeface="Lato"/>
              </a:defRPr>
            </a:pPr>
            <a:r>
              <a:rPr sz="1650" b="1">
                <a:solidFill>
                  <a:srgbClr val="006FB9"/>
                </a:solidFill>
                <a:latin typeface="Lato"/>
                <a:ea typeface="Lato"/>
                <a:cs typeface="Lato"/>
              </a:rPr>
              <a:t>03</a:t>
            </a:r>
          </a:p>
        </p:txBody>
      </p:sp>
      <p:sp>
        <p:nvSpPr>
          <p:cNvPr id="14" name="Approved controls determine eligible vendor activity.">
            <a:extLst xmlns:a="http://schemas.openxmlformats.org/drawingml/2006/main">
              <a:ext uri="{FF2B5EF4-FFF2-40B4-BE49-F238E27FC236}">
                <a16:creationId xmlns:a16="http://schemas.microsoft.com/office/drawing/2014/main" id="{9B2974C5-E98E-45FC-8E4C-B23B7A9B85A0}"/>
              </a:ext>
            </a:extLst>
          </p:cNvPr>
          <p:cNvSpPr>
            <a:spLocks xmlns:a="http://schemas.openxmlformats.org/drawingml/2006/main" noGrp="1"/>
          </p:cNvSpPr>
          <p:nvPr/>
        </p:nvSpPr>
        <p:spPr>
          <a:xfrm xmlns:a="http://schemas.openxmlformats.org/drawingml/2006/main">
            <a:off x="6257925"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Approved controls determine eligible vendor activity.</a:t>
            </a:r>
          </a:p>
        </p:txBody>
      </p:sp>
      <p:sp>
        <p:nvSpPr>
          <p:cNvPr id="15" name="Browser validation">
            <a:extLst xmlns:a="http://schemas.openxmlformats.org/drawingml/2006/main">
              <a:ext uri="{FF2B5EF4-FFF2-40B4-BE49-F238E27FC236}">
                <a16:creationId xmlns:a16="http://schemas.microsoft.com/office/drawing/2014/main" id="{CF6A3C16-428F-4A20-91A5-9F34224393E4}"/>
              </a:ext>
            </a:extLst>
          </p:cNvPr>
          <p:cNvSpPr>
            <a:spLocks xmlns:a="http://schemas.openxmlformats.org/drawingml/2006/main" noGrp="1"/>
          </p:cNvSpPr>
          <p:nvPr/>
        </p:nvSpPr>
        <p:spPr>
          <a:xfrm xmlns:a="http://schemas.openxmlformats.org/drawingml/2006/main">
            <a:off x="9082088"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Browser validation</a:t>
            </a:r>
          </a:p>
        </p:txBody>
      </p:sp>
      <p:sp>
        <p:nvSpPr>
          <p:cNvPr id="16" name="04">
            <a:extLst xmlns:a="http://schemas.openxmlformats.org/drawingml/2006/main">
              <a:ext uri="{FF2B5EF4-FFF2-40B4-BE49-F238E27FC236}">
                <a16:creationId xmlns:a16="http://schemas.microsoft.com/office/drawing/2014/main" id="{522E674B-9DD2-4F74-B165-BE85F6BF5BF7}"/>
              </a:ext>
            </a:extLst>
          </p:cNvPr>
          <p:cNvSpPr>
            <a:spLocks xmlns:a="http://schemas.openxmlformats.org/drawingml/2006/main" noGrp="1"/>
          </p:cNvSpPr>
          <p:nvPr/>
        </p:nvSpPr>
        <p:spPr>
          <a:xfrm xmlns:a="http://schemas.openxmlformats.org/drawingml/2006/main">
            <a:off x="9082088"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6FB9"/>
                </a:solidFill>
                <a:latin typeface="Lato"/>
                <a:ea typeface="Lato"/>
                <a:cs typeface="Lato"/>
              </a:defRPr>
            </a:defPPr>
          </a:lstStyle>
          <a:p xmlns:a="http://schemas.openxmlformats.org/drawingml/2006/main">
            <a:pPr algn="l">
              <a:defRPr sz="1650" b="1">
                <a:solidFill>
                  <a:srgbClr val="006FB9"/>
                </a:solidFill>
                <a:latin typeface="Lato"/>
                <a:ea typeface="Lato"/>
                <a:cs typeface="Lato"/>
              </a:defRPr>
            </a:pPr>
            <a:r>
              <a:rPr sz="1650" b="1">
                <a:solidFill>
                  <a:srgbClr val="006FB9"/>
                </a:solidFill>
                <a:latin typeface="Lato"/>
                <a:ea typeface="Lato"/>
                <a:cs typeface="Lato"/>
              </a:rPr>
              <a:t>04</a:t>
            </a:r>
          </a:p>
        </p:txBody>
      </p:sp>
      <p:sp>
        <p:nvSpPr>
          <p:cNvPr id="17" name="Requests and storage show what actually happened.">
            <a:extLst xmlns:a="http://schemas.openxmlformats.org/drawingml/2006/main">
              <a:ext uri="{FF2B5EF4-FFF2-40B4-BE49-F238E27FC236}">
                <a16:creationId xmlns:a16="http://schemas.microsoft.com/office/drawing/2014/main" id="{7597D189-2701-4E3A-83B0-8395DEE65B17}"/>
              </a:ext>
            </a:extLst>
          </p:cNvPr>
          <p:cNvSpPr>
            <a:spLocks xmlns:a="http://schemas.openxmlformats.org/drawingml/2006/main" noGrp="1"/>
          </p:cNvSpPr>
          <p:nvPr/>
        </p:nvSpPr>
        <p:spPr>
          <a:xfrm xmlns:a="http://schemas.openxmlformats.org/drawingml/2006/main">
            <a:off x="9082088"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Requests and storage show what actually happened.</a:t>
            </a:r>
          </a:p>
        </p:txBody>
      </p:sp>
      <p:sp>
        <p:nvSpPr>
          <p:cNvPr id="21" name="">
            <a:extLst xmlns:a="http://schemas.openxmlformats.org/drawingml/2006/main">
              <a:ext uri="{FF2B5EF4-FFF2-40B4-BE49-F238E27FC236}">
                <a16:creationId xmlns:a16="http://schemas.microsoft.com/office/drawing/2014/main" id="{661C6637-E3E6-445E-B7BB-F72030279A72}"/>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22" name="Practical focus">
            <a:extLst xmlns:a="http://schemas.openxmlformats.org/drawingml/2006/main">
              <a:ext uri="{FF2B5EF4-FFF2-40B4-BE49-F238E27FC236}">
                <a16:creationId xmlns:a16="http://schemas.microsoft.com/office/drawing/2014/main" id="{3097020F-3342-4E92-BD83-7B1BA22B124B}"/>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23" name="The learner maps a selected purpose and vendor to the approved ex">
            <a:extLst xmlns:a="http://schemas.openxmlformats.org/drawingml/2006/main">
              <a:ext uri="{FF2B5EF4-FFF2-40B4-BE49-F238E27FC236}">
                <a16:creationId xmlns:a16="http://schemas.microsoft.com/office/drawing/2014/main" id="{2F21F574-0FA1-4090-94A9-F01A787526B8}"/>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The learner maps a selected purpose and vendor to the approved expectation for each scenario.</a:t>
            </a:r>
          </a:p>
        </p:txBody>
      </p:sp>
    </p:spTree>
    <p:extLst>
      <p:ext uri="{BB962C8B-B14F-4D97-AF65-F5344CB8AC3E}">
        <p14:creationId xmlns:p14="http://schemas.microsoft.com/office/powerpoint/2010/main" val="98515894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y 1  /  Project &amp; Consent Management">
            <a:extLst xmlns:a="http://schemas.openxmlformats.org/drawingml/2006/main">
              <a:ext uri="{FF2B5EF4-FFF2-40B4-BE49-F238E27FC236}">
                <a16:creationId xmlns:a16="http://schemas.microsoft.com/office/drawing/2014/main" id="{70051F92-F663-4056-82B4-5F493FF6B780}"/>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6FB9"/>
                </a:solidFill>
                <a:latin typeface="Lato"/>
                <a:ea typeface="Lato"/>
                <a:cs typeface="Lato"/>
              </a:defRPr>
            </a:defPPr>
          </a:lstStyle>
          <a:p xmlns:a="http://schemas.openxmlformats.org/drawingml/2006/main">
            <a:pPr algn="l">
              <a:defRPr sz="1275" b="1">
                <a:solidFill>
                  <a:srgbClr val="006FB9"/>
                </a:solidFill>
                <a:latin typeface="Lato"/>
                <a:ea typeface="Lato"/>
                <a:cs typeface="Lato"/>
              </a:defRPr>
            </a:pPr>
            <a:r>
              <a:rPr sz="1275" b="1">
                <a:solidFill>
                  <a:srgbClr val="006FB9"/>
                </a:solidFill>
                <a:latin typeface="Lato"/>
                <a:ea typeface="Lato"/>
                <a:cs typeface="Lato"/>
              </a:rPr>
              <a:t>Day 1  /  Project &amp; Consent Management</a:t>
            </a:r>
          </a:p>
        </p:txBody>
      </p:sp>
      <p:sp>
        <p:nvSpPr>
          <p:cNvPr id="2" name="Four consent scenarios and their test intent">
            <a:extLst xmlns:a="http://schemas.openxmlformats.org/drawingml/2006/main">
              <a:ext uri="{FF2B5EF4-FFF2-40B4-BE49-F238E27FC236}">
                <a16:creationId xmlns:a16="http://schemas.microsoft.com/office/drawing/2014/main" id="{313A5128-FCBA-46B5-9818-21943266F4FC}"/>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Four consent scenarios and their test intent</a:t>
            </a:r>
          </a:p>
        </p:txBody>
      </p:sp>
      <p:sp>
        <p:nvSpPr>
          <p:cNvPr id="3" name="">
            <a:extLst xmlns:a="http://schemas.openxmlformats.org/drawingml/2006/main">
              <a:ext uri="{FF2B5EF4-FFF2-40B4-BE49-F238E27FC236}">
                <a16:creationId xmlns:a16="http://schemas.microsoft.com/office/drawing/2014/main" id="{FF5D5A9C-3897-47D2-80B1-B40AC3A4AE43}"/>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8C013BDA-67AA-44C6-915F-BC5ACAF47955}"/>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08">
            <a:extLst xmlns:a="http://schemas.openxmlformats.org/drawingml/2006/main">
              <a:ext uri="{FF2B5EF4-FFF2-40B4-BE49-F238E27FC236}">
                <a16:creationId xmlns:a16="http://schemas.microsoft.com/office/drawing/2014/main" id="{16E4EBE6-9692-4371-9136-303AB42F0636}"/>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08</a:t>
            </a:r>
          </a:p>
        </p:txBody>
      </p:sp>
      <p:graphicFrame>
        <p:nvGraphicFramePr>
          <p:cNvPr id="6" name="">
            <a:extLst xmlns:a="http://schemas.openxmlformats.org/drawingml/2006/main">
              <a:ext uri="{FF2B5EF4-FFF2-40B4-BE49-F238E27FC236}">
                <a16:creationId xmlns:a16="http://schemas.microsoft.com/office/drawing/2014/main" id="{30973B46-36DA-4ABB-9C27-9BDDD6DA3936}"/>
              </a:ext>
            </a:extLst>
          </p:cNvPr>
          <p:cNvGraphicFramePr/>
          <p:nvPr/>
        </p:nvGraphicFramePr>
        <p:xfrm>
          <a:off xmlns:a="http://schemas.openxmlformats.org/drawingml/2006/main" x="609600" y="1724025"/>
          <a:ext xmlns:a="http://schemas.openxmlformats.org/drawingml/2006/main" cx="10972800" cy="3714750"/>
        </p:xfrm>
        <a:graphic xmlns:a="http://schemas.openxmlformats.org/drawingml/2006/main">
          <a:graphicData uri="http://schemas.openxmlformats.org/drawingml/2006/table">
            <a:tbl>
              <a:tblPr/>
              <a:tblGrid>
                <a:gridCol w="2143125"/>
                <a:gridCol w="4067175"/>
                <a:gridCol w="4762500"/>
              </a:tblGrid>
              <a:tr h="495300">
                <a:tc>
                  <a:txBody>
                    <a:bodyPr lIns="0" tIns="0" rIns="0" bIns="0">
                      <a:noAutofit/>
                    </a:bodyPr>
                    <a:lstStyle/>
                    <a:p>
                      <a:r>
                        <a:rPr sz="1725" b="1">
                          <a:solidFill>
                            <a:srgbClr val="FFFFFF"/>
                          </a:solidFill>
                          <a:latin typeface="Lato"/>
                          <a:ea typeface="Lato"/>
                          <a:cs typeface="Lato"/>
                        </a:rPr>
                        <a:t>Scenario</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Session preparation</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What to validate</a:t>
                      </a:r>
                    </a:p>
                  </a:txBody>
                  <a:tcPr marL="91440" marR="91440" marT="45720" marB="45720" anchor="ctr">
                    <a:solidFill>
                      <a:srgbClr val="142D4E"/>
                    </a:solidFill>
                  </a:tcPr>
                </a:tc>
              </a:tr>
              <a:tr h="804863">
                <a:tc>
                  <a:txBody>
                    <a:bodyPr lIns="0" tIns="0" rIns="0" bIns="0">
                      <a:noAutofit/>
                    </a:bodyPr>
                    <a:lstStyle/>
                    <a:p>
                      <a:r>
                        <a:rPr sz="1800" b="0">
                          <a:solidFill>
                            <a:srgbClr val="21344B"/>
                          </a:solidFill>
                          <a:latin typeface="Lato"/>
                          <a:ea typeface="Lato"/>
                          <a:cs typeface="Lato"/>
                        </a:rPr>
                        <a:t>Pre-consent</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Fresh browser state before any banner decision</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Activity before a choice against the approved default expectation</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Accept All</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Select Accept All and verify the saved state</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Eligible vendor activity after the relevant page/event trigger</a:t>
                      </a:r>
                    </a:p>
                  </a:txBody>
                  <a:tcPr marL="91440" marR="91440" marT="45720" marB="45720" anchor="ctr">
                    <a:solidFill>
                      <a:srgbClr val="EFF4F8"/>
                    </a:solidFill>
                  </a:tcPr>
                </a:tc>
              </a:tr>
              <a:tr h="804863">
                <a:tc>
                  <a:txBody>
                    <a:bodyPr lIns="0" tIns="0" rIns="0" bIns="0">
                      <a:noAutofit/>
                    </a:bodyPr>
                    <a:lstStyle/>
                    <a:p>
                      <a:r>
                        <a:rPr sz="1800" b="0">
                          <a:solidFill>
                            <a:srgbClr val="21344B"/>
                          </a:solidFill>
                          <a:latin typeface="Lato"/>
                          <a:ea typeface="Lato"/>
                          <a:cs typeface="Lato"/>
                        </a:rPr>
                        <a:t>Reject All</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Select Reject All and verify the saved state</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Allowed essential behaviour and absence of disallowed activity</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Essential-only</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Select only the approved essential purposes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Essential behaviour and handling of disabled categories/vendors</a:t>
                      </a:r>
                    </a:p>
                  </a:txBody>
                  <a:tcPr marL="91440" marR="91440" marT="45720" marB="45720" anchor="ctr">
                    <a:solidFill>
                      <a:srgbClr val="EFF4F8"/>
                    </a:solidFill>
                  </a:tcPr>
                </a:tc>
              </a:tr>
            </a:tbl>
          </a:graphicData>
        </a:graphic>
      </p:graphicFrame>
      <p:sp>
        <p:nvSpPr>
          <p:cNvPr id="7" name="">
            <a:extLst xmlns:a="http://schemas.openxmlformats.org/drawingml/2006/main">
              <a:ext uri="{FF2B5EF4-FFF2-40B4-BE49-F238E27FC236}">
                <a16:creationId xmlns:a16="http://schemas.microsoft.com/office/drawing/2014/main" id="{4F145B9C-97CA-4E11-9DE6-7C9E48C9F707}"/>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8" name="Learning point">
            <a:extLst xmlns:a="http://schemas.openxmlformats.org/drawingml/2006/main">
              <a:ext uri="{FF2B5EF4-FFF2-40B4-BE49-F238E27FC236}">
                <a16:creationId xmlns:a16="http://schemas.microsoft.com/office/drawing/2014/main" id="{BC160EB1-FBC5-4B48-8233-F365F0AD0836}"/>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Learning point</a:t>
            </a:r>
          </a:p>
        </p:txBody>
      </p:sp>
      <p:sp>
        <p:nvSpPr>
          <p:cNvPr id="9" name="Reject All and essential-only can overlap. Their actual saved sta">
            <a:extLst xmlns:a="http://schemas.openxmlformats.org/drawingml/2006/main">
              <a:ext uri="{FF2B5EF4-FFF2-40B4-BE49-F238E27FC236}">
                <a16:creationId xmlns:a16="http://schemas.microsoft.com/office/drawing/2014/main" id="{4C126B8D-B1E1-46F3-81E1-455AFCA76F09}"/>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Reject All and essential-only can overlap. Their actual saved state and policy mapping determine the comparison.</a:t>
            </a:r>
          </a:p>
        </p:txBody>
      </p:sp>
    </p:spTree>
    <p:extLst>
      <p:ext uri="{BB962C8B-B14F-4D97-AF65-F5344CB8AC3E}">
        <p14:creationId xmlns:p14="http://schemas.microsoft.com/office/powerpoint/2010/main" val="90329630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C830F883-5D1A-46D0-8349-29AACB4374F4}"/>
              </a:ext>
            </a:extLst>
          </p:cNvPr>
          <p:cNvCxnSpPr>
            <a:stCxn xmlns:a="http://schemas.openxmlformats.org/drawingml/2006/main" id="12" idx="3"/>
            <a:endCxn xmlns:a="http://schemas.openxmlformats.org/drawingml/2006/main" id="15" idx="1"/>
          </p:cNvCxnSpPr>
          <p:nvPr/>
        </p:nvCxnSpPr>
        <p:spPr>
          <a:xfrm xmlns:a="http://schemas.openxmlformats.org/drawingml/2006/main">
            <a:off x="8758238"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6DE85875-D391-43C5-861C-008D63991FB8}"/>
              </a:ext>
            </a:extLst>
          </p:cNvPr>
          <p:cNvCxnSpPr>
            <a:stCxn xmlns:a="http://schemas.openxmlformats.org/drawingml/2006/main" id="9" idx="3"/>
            <a:endCxn xmlns:a="http://schemas.openxmlformats.org/drawingml/2006/main" id="12" idx="1"/>
          </p:cNvCxnSpPr>
          <p:nvPr/>
        </p:nvCxnSpPr>
        <p:spPr>
          <a:xfrm xmlns:a="http://schemas.openxmlformats.org/drawingml/2006/main">
            <a:off x="5934076" y="2857500"/>
            <a:ext cx="323849"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685D288A-C6BB-4D64-A53D-655B82520AEB}"/>
              </a:ext>
            </a:extLst>
          </p:cNvPr>
          <p:cNvCxnSpPr>
            <a:stCxn xmlns:a="http://schemas.openxmlformats.org/drawingml/2006/main" id="6" idx="3"/>
            <a:endCxn xmlns:a="http://schemas.openxmlformats.org/drawingml/2006/main" id="9" idx="1"/>
          </p:cNvCxnSpPr>
          <p:nvPr/>
        </p:nvCxnSpPr>
        <p:spPr>
          <a:xfrm xmlns:a="http://schemas.openxmlformats.org/drawingml/2006/main">
            <a:off x="3109913"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sp>
        <p:nvSpPr>
          <p:cNvPr id="24" name="Day 1  /  Project &amp; Consent Management">
            <a:extLst xmlns:a="http://schemas.openxmlformats.org/drawingml/2006/main">
              <a:ext uri="{FF2B5EF4-FFF2-40B4-BE49-F238E27FC236}">
                <a16:creationId xmlns:a16="http://schemas.microsoft.com/office/drawing/2014/main" id="{776F8ACC-9726-47ED-A84E-89405FDCAB94}"/>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6FB9"/>
                </a:solidFill>
                <a:latin typeface="Lato"/>
                <a:ea typeface="Lato"/>
                <a:cs typeface="Lato"/>
              </a:defRPr>
            </a:defPPr>
          </a:lstStyle>
          <a:p xmlns:a="http://schemas.openxmlformats.org/drawingml/2006/main">
            <a:pPr algn="l">
              <a:defRPr sz="1275" b="1">
                <a:solidFill>
                  <a:srgbClr val="006FB9"/>
                </a:solidFill>
                <a:latin typeface="Lato"/>
                <a:ea typeface="Lato"/>
                <a:cs typeface="Lato"/>
              </a:defRPr>
            </a:pPr>
            <a:r>
              <a:rPr sz="1275" b="1">
                <a:solidFill>
                  <a:srgbClr val="006FB9"/>
                </a:solidFill>
                <a:latin typeface="Lato"/>
                <a:ea typeface="Lato"/>
                <a:cs typeface="Lato"/>
              </a:rPr>
              <a:t>Day 1  /  Project &amp; Consent Management</a:t>
            </a:r>
          </a:p>
        </p:txBody>
      </p:sp>
      <p:sp>
        <p:nvSpPr>
          <p:cNvPr id="2" name="Project workflow and day-to-day responsibilities">
            <a:extLst xmlns:a="http://schemas.openxmlformats.org/drawingml/2006/main">
              <a:ext uri="{FF2B5EF4-FFF2-40B4-BE49-F238E27FC236}">
                <a16:creationId xmlns:a16="http://schemas.microsoft.com/office/drawing/2014/main" id="{CFF04109-7A86-46C4-9C4E-767E55961010}"/>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Project workflow and day-to-day responsibilities</a:t>
            </a:r>
          </a:p>
        </p:txBody>
      </p:sp>
      <p:sp>
        <p:nvSpPr>
          <p:cNvPr id="3" name="">
            <a:extLst xmlns:a="http://schemas.openxmlformats.org/drawingml/2006/main">
              <a:ext uri="{FF2B5EF4-FFF2-40B4-BE49-F238E27FC236}">
                <a16:creationId xmlns:a16="http://schemas.microsoft.com/office/drawing/2014/main" id="{9A34DEA3-DF25-4CE5-981C-58481426C4CB}"/>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EC56E0BF-ADA1-4556-9553-AF3969BFB9E4}"/>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09">
            <a:extLst xmlns:a="http://schemas.openxmlformats.org/drawingml/2006/main">
              <a:ext uri="{FF2B5EF4-FFF2-40B4-BE49-F238E27FC236}">
                <a16:creationId xmlns:a16="http://schemas.microsoft.com/office/drawing/2014/main" id="{6F1F6877-66F9-45FF-9BD3-C99BAB923C37}"/>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09</a:t>
            </a:r>
          </a:p>
        </p:txBody>
      </p:sp>
      <p:sp>
        <p:nvSpPr>
          <p:cNvPr id="6" name="Investigate">
            <a:extLst xmlns:a="http://schemas.openxmlformats.org/drawingml/2006/main">
              <a:ext uri="{FF2B5EF4-FFF2-40B4-BE49-F238E27FC236}">
                <a16:creationId xmlns:a16="http://schemas.microsoft.com/office/drawing/2014/main" id="{D0438B3E-CB1D-410B-82CB-57AA163CCFEB}"/>
              </a:ext>
            </a:extLst>
          </p:cNvPr>
          <p:cNvSpPr>
            <a:spLocks xmlns:a="http://schemas.openxmlformats.org/drawingml/2006/main" noGrp="1"/>
          </p:cNvSpPr>
          <p:nvPr/>
        </p:nvSpPr>
        <p:spPr>
          <a:xfrm xmlns:a="http://schemas.openxmlformats.org/drawingml/2006/main">
            <a:off x="609600"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Investigate</a:t>
            </a:r>
          </a:p>
        </p:txBody>
      </p:sp>
      <p:sp>
        <p:nvSpPr>
          <p:cNvPr id="7" name="01">
            <a:extLst xmlns:a="http://schemas.openxmlformats.org/drawingml/2006/main">
              <a:ext uri="{FF2B5EF4-FFF2-40B4-BE49-F238E27FC236}">
                <a16:creationId xmlns:a16="http://schemas.microsoft.com/office/drawing/2014/main" id="{C8C67BB9-C237-46FC-A4A3-298E77BDCB27}"/>
              </a:ext>
            </a:extLst>
          </p:cNvPr>
          <p:cNvSpPr>
            <a:spLocks xmlns:a="http://schemas.openxmlformats.org/drawingml/2006/main" noGrp="1"/>
          </p:cNvSpPr>
          <p:nvPr/>
        </p:nvSpPr>
        <p:spPr>
          <a:xfrm xmlns:a="http://schemas.openxmlformats.org/drawingml/2006/main">
            <a:off x="609600"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6FB9"/>
                </a:solidFill>
                <a:latin typeface="Lato"/>
                <a:ea typeface="Lato"/>
                <a:cs typeface="Lato"/>
              </a:defRPr>
            </a:defPPr>
          </a:lstStyle>
          <a:p xmlns:a="http://schemas.openxmlformats.org/drawingml/2006/main">
            <a:pPr algn="l">
              <a:defRPr sz="1650" b="1">
                <a:solidFill>
                  <a:srgbClr val="006FB9"/>
                </a:solidFill>
                <a:latin typeface="Lato"/>
                <a:ea typeface="Lato"/>
                <a:cs typeface="Lato"/>
              </a:defRPr>
            </a:pPr>
            <a:r>
              <a:rPr sz="1650" b="1">
                <a:solidFill>
                  <a:srgbClr val="006FB9"/>
                </a:solidFill>
                <a:latin typeface="Lato"/>
                <a:ea typeface="Lato"/>
                <a:cs typeface="Lato"/>
              </a:rPr>
              <a:t>01</a:t>
            </a:r>
          </a:p>
        </p:txBody>
      </p:sp>
      <p:sp>
        <p:nvSpPr>
          <p:cNvPr id="8" name="Confirm vendor purpose, implementation, and storage.">
            <a:extLst xmlns:a="http://schemas.openxmlformats.org/drawingml/2006/main">
              <a:ext uri="{FF2B5EF4-FFF2-40B4-BE49-F238E27FC236}">
                <a16:creationId xmlns:a16="http://schemas.microsoft.com/office/drawing/2014/main" id="{7DCC6F29-3866-4D63-ACBB-D1019695E3EC}"/>
              </a:ext>
            </a:extLst>
          </p:cNvPr>
          <p:cNvSpPr>
            <a:spLocks xmlns:a="http://schemas.openxmlformats.org/drawingml/2006/main" noGrp="1"/>
          </p:cNvSpPr>
          <p:nvPr/>
        </p:nvSpPr>
        <p:spPr>
          <a:xfrm xmlns:a="http://schemas.openxmlformats.org/drawingml/2006/main">
            <a:off x="609600"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Confirm vendor purpose, implementation, and storage.</a:t>
            </a:r>
          </a:p>
        </p:txBody>
      </p:sp>
      <p:sp>
        <p:nvSpPr>
          <p:cNvPr id="9" name="Configure and audit">
            <a:extLst xmlns:a="http://schemas.openxmlformats.org/drawingml/2006/main">
              <a:ext uri="{FF2B5EF4-FFF2-40B4-BE49-F238E27FC236}">
                <a16:creationId xmlns:a16="http://schemas.microsoft.com/office/drawing/2014/main" id="{D114CEEE-162C-4B46-BBF0-F3BD9EF8E38C}"/>
              </a:ext>
            </a:extLst>
          </p:cNvPr>
          <p:cNvSpPr>
            <a:spLocks xmlns:a="http://schemas.openxmlformats.org/drawingml/2006/main" noGrp="1"/>
          </p:cNvSpPr>
          <p:nvPr/>
        </p:nvSpPr>
        <p:spPr>
          <a:xfrm xmlns:a="http://schemas.openxmlformats.org/drawingml/2006/main">
            <a:off x="3433763"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Configure and audit</a:t>
            </a:r>
          </a:p>
        </p:txBody>
      </p:sp>
      <p:sp>
        <p:nvSpPr>
          <p:cNvPr id="10" name="02">
            <a:extLst xmlns:a="http://schemas.openxmlformats.org/drawingml/2006/main">
              <a:ext uri="{FF2B5EF4-FFF2-40B4-BE49-F238E27FC236}">
                <a16:creationId xmlns:a16="http://schemas.microsoft.com/office/drawing/2014/main" id="{5F5A4C2C-827C-44D2-A0D6-DF1AFFD3FFBF}"/>
              </a:ext>
            </a:extLst>
          </p:cNvPr>
          <p:cNvSpPr>
            <a:spLocks xmlns:a="http://schemas.openxmlformats.org/drawingml/2006/main" noGrp="1"/>
          </p:cNvSpPr>
          <p:nvPr/>
        </p:nvSpPr>
        <p:spPr>
          <a:xfrm xmlns:a="http://schemas.openxmlformats.org/drawingml/2006/main">
            <a:off x="3433763"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6FB9"/>
                </a:solidFill>
                <a:latin typeface="Lato"/>
                <a:ea typeface="Lato"/>
                <a:cs typeface="Lato"/>
              </a:defRPr>
            </a:defPPr>
          </a:lstStyle>
          <a:p xmlns:a="http://schemas.openxmlformats.org/drawingml/2006/main">
            <a:pPr algn="l">
              <a:defRPr sz="1650" b="1">
                <a:solidFill>
                  <a:srgbClr val="006FB9"/>
                </a:solidFill>
                <a:latin typeface="Lato"/>
                <a:ea typeface="Lato"/>
                <a:cs typeface="Lato"/>
              </a:defRPr>
            </a:pPr>
            <a:r>
              <a:rPr sz="1650" b="1">
                <a:solidFill>
                  <a:srgbClr val="006FB9"/>
                </a:solidFill>
                <a:latin typeface="Lato"/>
                <a:ea typeface="Lato"/>
                <a:cs typeface="Lato"/>
              </a:rPr>
              <a:t>02</a:t>
            </a:r>
          </a:p>
        </p:txBody>
      </p:sp>
      <p:sp>
        <p:nvSpPr>
          <p:cNvPr id="11" name="Translate approved expectations into scenarios and rules.">
            <a:extLst xmlns:a="http://schemas.openxmlformats.org/drawingml/2006/main">
              <a:ext uri="{FF2B5EF4-FFF2-40B4-BE49-F238E27FC236}">
                <a16:creationId xmlns:a16="http://schemas.microsoft.com/office/drawing/2014/main" id="{DFEEE40D-D1A6-4D98-AA6F-50C754251882}"/>
              </a:ext>
            </a:extLst>
          </p:cNvPr>
          <p:cNvSpPr>
            <a:spLocks xmlns:a="http://schemas.openxmlformats.org/drawingml/2006/main" noGrp="1"/>
          </p:cNvSpPr>
          <p:nvPr/>
        </p:nvSpPr>
        <p:spPr>
          <a:xfrm xmlns:a="http://schemas.openxmlformats.org/drawingml/2006/main">
            <a:off x="3433763"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Translate approved expectations into scenarios and rules.</a:t>
            </a:r>
          </a:p>
        </p:txBody>
      </p:sp>
      <p:sp>
        <p:nvSpPr>
          <p:cNvPr id="12" name="Analyse and report">
            <a:extLst xmlns:a="http://schemas.openxmlformats.org/drawingml/2006/main">
              <a:ext uri="{FF2B5EF4-FFF2-40B4-BE49-F238E27FC236}">
                <a16:creationId xmlns:a16="http://schemas.microsoft.com/office/drawing/2014/main" id="{1BF94353-C373-4109-A9F4-1CCEE5AFCE9A}"/>
              </a:ext>
            </a:extLst>
          </p:cNvPr>
          <p:cNvSpPr>
            <a:spLocks xmlns:a="http://schemas.openxmlformats.org/drawingml/2006/main" noGrp="1"/>
          </p:cNvSpPr>
          <p:nvPr/>
        </p:nvSpPr>
        <p:spPr>
          <a:xfrm xmlns:a="http://schemas.openxmlformats.org/drawingml/2006/main">
            <a:off x="6257925"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Analyse and report</a:t>
            </a:r>
          </a:p>
        </p:txBody>
      </p:sp>
      <p:sp>
        <p:nvSpPr>
          <p:cNvPr id="13" name="03">
            <a:extLst xmlns:a="http://schemas.openxmlformats.org/drawingml/2006/main">
              <a:ext uri="{FF2B5EF4-FFF2-40B4-BE49-F238E27FC236}">
                <a16:creationId xmlns:a16="http://schemas.microsoft.com/office/drawing/2014/main" id="{5090EEB7-67AB-492C-A82A-6FCFC46D6C52}"/>
              </a:ext>
            </a:extLst>
          </p:cNvPr>
          <p:cNvSpPr>
            <a:spLocks xmlns:a="http://schemas.openxmlformats.org/drawingml/2006/main" noGrp="1"/>
          </p:cNvSpPr>
          <p:nvPr/>
        </p:nvSpPr>
        <p:spPr>
          <a:xfrm xmlns:a="http://schemas.openxmlformats.org/drawingml/2006/main">
            <a:off x="6257925"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6FB9"/>
                </a:solidFill>
                <a:latin typeface="Lato"/>
                <a:ea typeface="Lato"/>
                <a:cs typeface="Lato"/>
              </a:defRPr>
            </a:defPPr>
          </a:lstStyle>
          <a:p xmlns:a="http://schemas.openxmlformats.org/drawingml/2006/main">
            <a:pPr algn="l">
              <a:defRPr sz="1650" b="1">
                <a:solidFill>
                  <a:srgbClr val="006FB9"/>
                </a:solidFill>
                <a:latin typeface="Lato"/>
                <a:ea typeface="Lato"/>
                <a:cs typeface="Lato"/>
              </a:defRPr>
            </a:pPr>
            <a:r>
              <a:rPr sz="1650" b="1">
                <a:solidFill>
                  <a:srgbClr val="006FB9"/>
                </a:solidFill>
                <a:latin typeface="Lato"/>
                <a:ea typeface="Lato"/>
                <a:cs typeface="Lato"/>
              </a:rPr>
              <a:t>03</a:t>
            </a:r>
          </a:p>
        </p:txBody>
      </p:sp>
      <p:sp>
        <p:nvSpPr>
          <p:cNvPr id="14" name="Validate the run, collect evidence, and assign issues.">
            <a:extLst xmlns:a="http://schemas.openxmlformats.org/drawingml/2006/main">
              <a:ext uri="{FF2B5EF4-FFF2-40B4-BE49-F238E27FC236}">
                <a16:creationId xmlns:a16="http://schemas.microsoft.com/office/drawing/2014/main" id="{3F286C5F-36A6-44CB-AC2C-385066861F9D}"/>
              </a:ext>
            </a:extLst>
          </p:cNvPr>
          <p:cNvSpPr>
            <a:spLocks xmlns:a="http://schemas.openxmlformats.org/drawingml/2006/main" noGrp="1"/>
          </p:cNvSpPr>
          <p:nvPr/>
        </p:nvSpPr>
        <p:spPr>
          <a:xfrm xmlns:a="http://schemas.openxmlformats.org/drawingml/2006/main">
            <a:off x="6257925"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Validate the run, collect evidence, and assign issues.</a:t>
            </a:r>
          </a:p>
        </p:txBody>
      </p:sp>
      <p:sp>
        <p:nvSpPr>
          <p:cNvPr id="15" name="Retest and maintain">
            <a:extLst xmlns:a="http://schemas.openxmlformats.org/drawingml/2006/main">
              <a:ext uri="{FF2B5EF4-FFF2-40B4-BE49-F238E27FC236}">
                <a16:creationId xmlns:a16="http://schemas.microsoft.com/office/drawing/2014/main" id="{7CF0EDE3-934C-4F03-9035-4A89131A2DFE}"/>
              </a:ext>
            </a:extLst>
          </p:cNvPr>
          <p:cNvSpPr>
            <a:spLocks xmlns:a="http://schemas.openxmlformats.org/drawingml/2006/main" noGrp="1"/>
          </p:cNvSpPr>
          <p:nvPr/>
        </p:nvSpPr>
        <p:spPr>
          <a:xfrm xmlns:a="http://schemas.openxmlformats.org/drawingml/2006/main">
            <a:off x="9082088"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Retest and maintain</a:t>
            </a:r>
          </a:p>
        </p:txBody>
      </p:sp>
      <p:sp>
        <p:nvSpPr>
          <p:cNvPr id="16" name="04">
            <a:extLst xmlns:a="http://schemas.openxmlformats.org/drawingml/2006/main">
              <a:ext uri="{FF2B5EF4-FFF2-40B4-BE49-F238E27FC236}">
                <a16:creationId xmlns:a16="http://schemas.microsoft.com/office/drawing/2014/main" id="{CCB46776-1E0E-46E4-BF81-D9228CE61E8F}"/>
              </a:ext>
            </a:extLst>
          </p:cNvPr>
          <p:cNvSpPr>
            <a:spLocks xmlns:a="http://schemas.openxmlformats.org/drawingml/2006/main" noGrp="1"/>
          </p:cNvSpPr>
          <p:nvPr/>
        </p:nvSpPr>
        <p:spPr>
          <a:xfrm xmlns:a="http://schemas.openxmlformats.org/drawingml/2006/main">
            <a:off x="9082088"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6FB9"/>
                </a:solidFill>
                <a:latin typeface="Lato"/>
                <a:ea typeface="Lato"/>
                <a:cs typeface="Lato"/>
              </a:defRPr>
            </a:defPPr>
          </a:lstStyle>
          <a:p xmlns:a="http://schemas.openxmlformats.org/drawingml/2006/main">
            <a:pPr algn="l">
              <a:defRPr sz="1650" b="1">
                <a:solidFill>
                  <a:srgbClr val="006FB9"/>
                </a:solidFill>
                <a:latin typeface="Lato"/>
                <a:ea typeface="Lato"/>
                <a:cs typeface="Lato"/>
              </a:defRPr>
            </a:pPr>
            <a:r>
              <a:rPr sz="1650" b="1">
                <a:solidFill>
                  <a:srgbClr val="006FB9"/>
                </a:solidFill>
                <a:latin typeface="Lato"/>
                <a:ea typeface="Lato"/>
                <a:cs typeface="Lato"/>
              </a:rPr>
              <a:t>04</a:t>
            </a:r>
          </a:p>
        </p:txBody>
      </p:sp>
      <p:sp>
        <p:nvSpPr>
          <p:cNvPr id="17" name="Repeat affected checks and update inventory/status.">
            <a:extLst xmlns:a="http://schemas.openxmlformats.org/drawingml/2006/main">
              <a:ext uri="{FF2B5EF4-FFF2-40B4-BE49-F238E27FC236}">
                <a16:creationId xmlns:a16="http://schemas.microsoft.com/office/drawing/2014/main" id="{AD29B130-5EDD-4351-88D7-015780C10CFE}"/>
              </a:ext>
            </a:extLst>
          </p:cNvPr>
          <p:cNvSpPr>
            <a:spLocks xmlns:a="http://schemas.openxmlformats.org/drawingml/2006/main" noGrp="1"/>
          </p:cNvSpPr>
          <p:nvPr/>
        </p:nvSpPr>
        <p:spPr>
          <a:xfrm xmlns:a="http://schemas.openxmlformats.org/drawingml/2006/main">
            <a:off x="9082088"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Repeat affected checks and update inventory/status.</a:t>
            </a:r>
          </a:p>
        </p:txBody>
      </p:sp>
      <p:sp>
        <p:nvSpPr>
          <p:cNvPr id="21" name="">
            <a:extLst xmlns:a="http://schemas.openxmlformats.org/drawingml/2006/main">
              <a:ext uri="{FF2B5EF4-FFF2-40B4-BE49-F238E27FC236}">
                <a16:creationId xmlns:a16="http://schemas.microsoft.com/office/drawing/2014/main" id="{24643662-6452-4F2D-A5F6-80A7EC226E27}"/>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22" name="Practical focus">
            <a:extLst xmlns:a="http://schemas.openxmlformats.org/drawingml/2006/main">
              <a:ext uri="{FF2B5EF4-FFF2-40B4-BE49-F238E27FC236}">
                <a16:creationId xmlns:a16="http://schemas.microsoft.com/office/drawing/2014/main" id="{BBBD8552-1A73-4082-93B5-D02B980C42A6}"/>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23" name="The new joiner owns routine evidence and documentation, with defi">
            <a:extLst xmlns:a="http://schemas.openxmlformats.org/drawingml/2006/main">
              <a:ext uri="{FF2B5EF4-FFF2-40B4-BE49-F238E27FC236}">
                <a16:creationId xmlns:a16="http://schemas.microsoft.com/office/drawing/2014/main" id="{290FB8FE-F4CA-46EB-9CFC-675DB97CB7A9}"/>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The new joiner owns routine evidence and documentation, with defined technical and policy escalation.</a:t>
            </a:r>
          </a:p>
        </p:txBody>
      </p:sp>
    </p:spTree>
    <p:extLst>
      <p:ext uri="{BB962C8B-B14F-4D97-AF65-F5344CB8AC3E}">
        <p14:creationId xmlns:p14="http://schemas.microsoft.com/office/powerpoint/2010/main" val="134819270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 1  /  Project &amp; Consent Management">
            <a:extLst xmlns:a="http://schemas.openxmlformats.org/drawingml/2006/main">
              <a:ext uri="{FF2B5EF4-FFF2-40B4-BE49-F238E27FC236}">
                <a16:creationId xmlns:a16="http://schemas.microsoft.com/office/drawing/2014/main" id="{D4FC4391-09BC-49F8-8D20-86D984E7A7E8}"/>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6FB9"/>
                </a:solidFill>
                <a:latin typeface="Lato"/>
                <a:ea typeface="Lato"/>
                <a:cs typeface="Lato"/>
              </a:defRPr>
            </a:defPPr>
          </a:lstStyle>
          <a:p xmlns:a="http://schemas.openxmlformats.org/drawingml/2006/main">
            <a:pPr algn="l">
              <a:defRPr sz="1275" b="1">
                <a:solidFill>
                  <a:srgbClr val="006FB9"/>
                </a:solidFill>
                <a:latin typeface="Lato"/>
                <a:ea typeface="Lato"/>
                <a:cs typeface="Lato"/>
              </a:defRPr>
            </a:pPr>
            <a:r>
              <a:rPr sz="1275" b="1">
                <a:solidFill>
                  <a:srgbClr val="006FB9"/>
                </a:solidFill>
                <a:latin typeface="Lato"/>
                <a:ea typeface="Lato"/>
                <a:cs typeface="Lato"/>
              </a:rPr>
              <a:t>Day 1  /  Project &amp; Consent Management</a:t>
            </a:r>
          </a:p>
        </p:txBody>
      </p:sp>
      <p:sp>
        <p:nvSpPr>
          <p:cNvPr id="2" name="Day 1 practical session and learning check">
            <a:extLst xmlns:a="http://schemas.openxmlformats.org/drawingml/2006/main">
              <a:ext uri="{FF2B5EF4-FFF2-40B4-BE49-F238E27FC236}">
                <a16:creationId xmlns:a16="http://schemas.microsoft.com/office/drawing/2014/main" id="{5EBCD1B1-8780-4D24-B605-AC119ABDB8ED}"/>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Day 1 practical session and learning check</a:t>
            </a:r>
          </a:p>
        </p:txBody>
      </p:sp>
      <p:sp>
        <p:nvSpPr>
          <p:cNvPr id="3" name="">
            <a:extLst xmlns:a="http://schemas.openxmlformats.org/drawingml/2006/main">
              <a:ext uri="{FF2B5EF4-FFF2-40B4-BE49-F238E27FC236}">
                <a16:creationId xmlns:a16="http://schemas.microsoft.com/office/drawing/2014/main" id="{B8F01EBF-D606-4A91-82FC-04EC64B4C4BC}"/>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D43A5459-A852-4C37-9847-C876DE56A60D}"/>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10">
            <a:extLst xmlns:a="http://schemas.openxmlformats.org/drawingml/2006/main">
              <a:ext uri="{FF2B5EF4-FFF2-40B4-BE49-F238E27FC236}">
                <a16:creationId xmlns:a16="http://schemas.microsoft.com/office/drawing/2014/main" id="{890F6EED-77E7-40FA-AF0D-166796C9CF86}"/>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10</a:t>
            </a:r>
          </a:p>
        </p:txBody>
      </p:sp>
      <p:graphicFrame>
        <p:nvGraphicFramePr>
          <p:cNvPr id="6" name="">
            <a:extLst xmlns:a="http://schemas.openxmlformats.org/drawingml/2006/main">
              <a:ext uri="{FF2B5EF4-FFF2-40B4-BE49-F238E27FC236}">
                <a16:creationId xmlns:a16="http://schemas.microsoft.com/office/drawing/2014/main" id="{C0583A21-177E-44D7-AAAF-0C03779B6184}"/>
              </a:ext>
            </a:extLst>
          </p:cNvPr>
          <p:cNvGraphicFramePr/>
          <p:nvPr/>
        </p:nvGraphicFramePr>
        <p:xfrm>
          <a:off xmlns:a="http://schemas.openxmlformats.org/drawingml/2006/main" x="609600" y="1724025"/>
          <a:ext xmlns:a="http://schemas.openxmlformats.org/drawingml/2006/main" cx="5238750" cy="3619500"/>
        </p:xfrm>
        <a:graphic xmlns:a="http://schemas.openxmlformats.org/drawingml/2006/main">
          <a:graphicData uri="http://schemas.openxmlformats.org/drawingml/2006/table">
            <a:tbl>
              <a:tblPr/>
              <a:tblGrid>
                <a:gridCol w="4095750"/>
                <a:gridCol w="1143000"/>
              </a:tblGrid>
              <a:tr h="457200">
                <a:tc>
                  <a:txBody>
                    <a:bodyPr lIns="0" tIns="0" rIns="0" bIns="0">
                      <a:noAutofit/>
                    </a:bodyPr>
                    <a:lstStyle/>
                    <a:p>
                      <a:r>
                        <a:rPr sz="1725" b="1">
                          <a:solidFill>
                            <a:srgbClr val="FFFFFF"/>
                          </a:solidFill>
                          <a:latin typeface="Lato"/>
                          <a:ea typeface="Lato"/>
                          <a:cs typeface="Lato"/>
                        </a:rPr>
                        <a:t>Planned session</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Minutes</a:t>
                      </a:r>
                    </a:p>
                  </a:txBody>
                  <a:tcPr marL="91440" marR="91440" marT="45720" marB="45720" anchor="ctr">
                    <a:solidFill>
                      <a:srgbClr val="142D4E"/>
                    </a:solidFill>
                  </a:tcPr>
                </a:tc>
              </a:tr>
              <a:tr h="632460">
                <a:tc>
                  <a:txBody>
                    <a:bodyPr lIns="0" tIns="0" rIns="0" bIns="0">
                      <a:noAutofit/>
                    </a:bodyPr>
                    <a:lstStyle/>
                    <a:p>
                      <a:r>
                        <a:rPr sz="1725" b="0">
                          <a:solidFill>
                            <a:srgbClr val="21344B"/>
                          </a:solidFill>
                          <a:latin typeface="Lato"/>
                          <a:ea typeface="Lato"/>
                          <a:cs typeface="Lato"/>
                        </a:rPr>
                        <a:t>Project and scope</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45</a:t>
                      </a:r>
                    </a:p>
                  </a:txBody>
                  <a:tcPr marL="91440" marR="91440" marT="45720" marB="45720" anchor="ctr">
                    <a:solidFill>
                      <a:srgbClr val="FFFFFF"/>
                    </a:solidFill>
                  </a:tcPr>
                </a:tc>
              </a:tr>
              <a:tr h="632460">
                <a:tc>
                  <a:txBody>
                    <a:bodyPr lIns="0" tIns="0" rIns="0" bIns="0">
                      <a:noAutofit/>
                    </a:bodyPr>
                    <a:lstStyle/>
                    <a:p>
                      <a:r>
                        <a:rPr sz="1725" b="0">
                          <a:solidFill>
                            <a:srgbClr val="21344B"/>
                          </a:solidFill>
                          <a:latin typeface="Lato"/>
                          <a:ea typeface="Lato"/>
                          <a:cs typeface="Lato"/>
                        </a:rPr>
                        <a:t>Tracking fundamentals</a:t>
                      </a:r>
                    </a:p>
                  </a:txBody>
                  <a:tcPr marL="91440" marR="91440" marT="45720" marB="45720" anchor="ctr">
                    <a:solidFill>
                      <a:srgbClr val="EFF4F8"/>
                    </a:solidFill>
                  </a:tcPr>
                </a:tc>
                <a:tc>
                  <a:txBody>
                    <a:bodyPr lIns="0" tIns="0" rIns="0" bIns="0">
                      <a:noAutofit/>
                    </a:bodyPr>
                    <a:lstStyle/>
                    <a:p>
                      <a:r>
                        <a:rPr sz="1725" b="0">
                          <a:solidFill>
                            <a:srgbClr val="21344B"/>
                          </a:solidFill>
                          <a:latin typeface="Lato"/>
                          <a:ea typeface="Lato"/>
                          <a:cs typeface="Lato"/>
                        </a:rPr>
                        <a:t>60</a:t>
                      </a:r>
                    </a:p>
                  </a:txBody>
                  <a:tcPr marL="91440" marR="91440" marT="45720" marB="45720" anchor="ctr">
                    <a:solidFill>
                      <a:srgbClr val="EFF4F8"/>
                    </a:solidFill>
                  </a:tcPr>
                </a:tc>
              </a:tr>
              <a:tr h="632460">
                <a:tc>
                  <a:txBody>
                    <a:bodyPr lIns="0" tIns="0" rIns="0" bIns="0">
                      <a:noAutofit/>
                    </a:bodyPr>
                    <a:lstStyle/>
                    <a:p>
                      <a:r>
                        <a:rPr sz="1725" b="0">
                          <a:solidFill>
                            <a:srgbClr val="21344B"/>
                          </a:solidFill>
                          <a:latin typeface="Lato"/>
                          <a:ea typeface="Lato"/>
                          <a:cs typeface="Lato"/>
                        </a:rPr>
                        <a:t>CMP and consent scenarios</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60</a:t>
                      </a:r>
                    </a:p>
                  </a:txBody>
                  <a:tcPr marL="91440" marR="91440" marT="45720" marB="45720" anchor="ctr">
                    <a:solidFill>
                      <a:srgbClr val="FFFFFF"/>
                    </a:solidFill>
                  </a:tcPr>
                </a:tc>
              </a:tr>
              <a:tr h="632460">
                <a:tc>
                  <a:txBody>
                    <a:bodyPr lIns="0" tIns="0" rIns="0" bIns="0">
                      <a:noAutofit/>
                    </a:bodyPr>
                    <a:lstStyle/>
                    <a:p>
                      <a:r>
                        <a:rPr sz="1725" b="0">
                          <a:solidFill>
                            <a:srgbClr val="21344B"/>
                          </a:solidFill>
                          <a:latin typeface="Lato"/>
                          <a:ea typeface="Lato"/>
                          <a:cs typeface="Lato"/>
                        </a:rPr>
                        <a:t>Workflow walkthrough</a:t>
                      </a:r>
                    </a:p>
                  </a:txBody>
                  <a:tcPr marL="91440" marR="91440" marT="45720" marB="45720" anchor="ctr">
                    <a:solidFill>
                      <a:srgbClr val="EFF4F8"/>
                    </a:solidFill>
                  </a:tcPr>
                </a:tc>
                <a:tc>
                  <a:txBody>
                    <a:bodyPr lIns="0" tIns="0" rIns="0" bIns="0">
                      <a:noAutofit/>
                    </a:bodyPr>
                    <a:lstStyle/>
                    <a:p>
                      <a:r>
                        <a:rPr sz="1725" b="0">
                          <a:solidFill>
                            <a:srgbClr val="21344B"/>
                          </a:solidFill>
                          <a:latin typeface="Lato"/>
                          <a:ea typeface="Lato"/>
                          <a:cs typeface="Lato"/>
                        </a:rPr>
                        <a:t>45</a:t>
                      </a:r>
                    </a:p>
                  </a:txBody>
                  <a:tcPr marL="91440" marR="91440" marT="45720" marB="45720" anchor="ctr">
                    <a:solidFill>
                      <a:srgbClr val="EFF4F8"/>
                    </a:solidFill>
                  </a:tcPr>
                </a:tc>
              </a:tr>
              <a:tr h="632460">
                <a:tc>
                  <a:txBody>
                    <a:bodyPr lIns="0" tIns="0" rIns="0" bIns="0">
                      <a:noAutofit/>
                    </a:bodyPr>
                    <a:lstStyle/>
                    <a:p>
                      <a:r>
                        <a:rPr sz="1725" b="0">
                          <a:solidFill>
                            <a:srgbClr val="21344B"/>
                          </a:solidFill>
                          <a:latin typeface="Lato"/>
                          <a:ea typeface="Lato"/>
                          <a:cs typeface="Lato"/>
                        </a:rPr>
                        <a:t>Recap and knowledge check</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30</a:t>
                      </a:r>
                    </a:p>
                  </a:txBody>
                  <a:tcPr marL="91440" marR="91440" marT="45720" marB="45720" anchor="ctr">
                    <a:solidFill>
                      <a:srgbClr val="FFFFFF"/>
                    </a:solidFill>
                  </a:tcPr>
                </a:tc>
              </a:tr>
            </a:tbl>
          </a:graphicData>
        </a:graphic>
      </p:graphicFrame>
      <p:sp>
        <p:nvSpPr>
          <p:cNvPr id="7" name="Walkthrough and learner output">
            <a:extLst xmlns:a="http://schemas.openxmlformats.org/drawingml/2006/main">
              <a:ext uri="{FF2B5EF4-FFF2-40B4-BE49-F238E27FC236}">
                <a16:creationId xmlns:a16="http://schemas.microsoft.com/office/drawing/2014/main" id="{BB51A557-FA6D-4775-8B58-B4860FB0E0DC}"/>
              </a:ext>
            </a:extLst>
          </p:cNvPr>
          <p:cNvSpPr>
            <a:spLocks xmlns:a="http://schemas.openxmlformats.org/drawingml/2006/main" noGrp="1"/>
          </p:cNvSpPr>
          <p:nvPr/>
        </p:nvSpPr>
        <p:spPr>
          <a:xfrm xmlns:a="http://schemas.openxmlformats.org/drawingml/2006/main">
            <a:off x="6334125" y="17240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Walkthrough and learner output</a:t>
            </a:r>
          </a:p>
        </p:txBody>
      </p:sp>
      <p:sp>
        <p:nvSpPr>
          <p:cNvPr id="8" name="Walk through the approved scope and CMP. Compare all four consent">
            <a:extLst xmlns:a="http://schemas.openxmlformats.org/drawingml/2006/main">
              <a:ext uri="{FF2B5EF4-FFF2-40B4-BE49-F238E27FC236}">
                <a16:creationId xmlns:a16="http://schemas.microsoft.com/office/drawing/2014/main" id="{BD5C6B61-0C7A-4DD2-8C1D-54223117BF18}"/>
              </a:ext>
            </a:extLst>
          </p:cNvPr>
          <p:cNvSpPr>
            <a:spLocks xmlns:a="http://schemas.openxmlformats.org/drawingml/2006/main" noGrp="1"/>
          </p:cNvSpPr>
          <p:nvPr/>
        </p:nvSpPr>
        <p:spPr>
          <a:xfrm xmlns:a="http://schemas.openxmlformats.org/drawingml/2006/main">
            <a:off x="6334125" y="2295525"/>
            <a:ext cx="5238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algn="l">
              <a:defRPr sz="1875" b="0">
                <a:solidFill>
                  <a:srgbClr val="21344B"/>
                </a:solidFill>
                <a:latin typeface="Lato"/>
                <a:ea typeface="Lato"/>
                <a:cs typeface="Lato"/>
              </a:defRPr>
            </a:pPr>
            <a:r>
              <a:rPr sz="1875" b="0">
                <a:solidFill>
                  <a:srgbClr val="21344B"/>
                </a:solidFill>
                <a:latin typeface="Lato"/>
                <a:ea typeface="Lato"/>
                <a:cs typeface="Lato"/>
              </a:rPr>
              <a:t>Walk through the approved scope and CMP. Compare all four consent scenarios and map the investigation-to-remediation workflow.</a:t>
            </a:r>
          </a:p>
        </p:txBody>
      </p:sp>
      <p:sp>
        <p:nvSpPr>
          <p:cNvPr id="9" name="Learning check">
            <a:extLst xmlns:a="http://schemas.openxmlformats.org/drawingml/2006/main">
              <a:ext uri="{FF2B5EF4-FFF2-40B4-BE49-F238E27FC236}">
                <a16:creationId xmlns:a16="http://schemas.microsoft.com/office/drawing/2014/main" id="{39649C61-8D6F-41D4-B89A-373D92FD52D8}"/>
              </a:ext>
            </a:extLst>
          </p:cNvPr>
          <p:cNvSpPr>
            <a:spLocks xmlns:a="http://schemas.openxmlformats.org/drawingml/2006/main" noGrp="1"/>
          </p:cNvSpPr>
          <p:nvPr/>
        </p:nvSpPr>
        <p:spPr>
          <a:xfrm xmlns:a="http://schemas.openxmlformats.org/drawingml/2006/main">
            <a:off x="6334125" y="39243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D4E"/>
                </a:solidFill>
                <a:latin typeface="Lato"/>
                <a:ea typeface="Lato"/>
                <a:cs typeface="Lato"/>
              </a:defRPr>
            </a:defPPr>
          </a:lstStyle>
          <a:p xmlns:a="http://schemas.openxmlformats.org/drawingml/2006/main">
            <a:pPr algn="l">
              <a:defRPr sz="1950" b="1">
                <a:solidFill>
                  <a:srgbClr val="142D4E"/>
                </a:solidFill>
                <a:latin typeface="Lato"/>
                <a:ea typeface="Lato"/>
                <a:cs typeface="Lato"/>
              </a:defRPr>
            </a:pPr>
            <a:r>
              <a:rPr sz="1950" b="1">
                <a:solidFill>
                  <a:srgbClr val="142D4E"/>
                </a:solidFill>
                <a:latin typeface="Lato"/>
                <a:ea typeface="Lato"/>
                <a:cs typeface="Lato"/>
              </a:rPr>
              <a:t>Learning check</a:t>
            </a:r>
          </a:p>
        </p:txBody>
      </p:sp>
      <p:sp>
        <p:nvSpPr>
          <p:cNvPr id="10" name="Explain scope, consent states, and ownership using a completed co">
            <a:extLst xmlns:a="http://schemas.openxmlformats.org/drawingml/2006/main">
              <a:ext uri="{FF2B5EF4-FFF2-40B4-BE49-F238E27FC236}">
                <a16:creationId xmlns:a16="http://schemas.microsoft.com/office/drawing/2014/main" id="{8E466C6B-2D60-456F-A49C-4684056795DC}"/>
              </a:ext>
            </a:extLst>
          </p:cNvPr>
          <p:cNvSpPr>
            <a:spLocks xmlns:a="http://schemas.openxmlformats.org/drawingml/2006/main" noGrp="1"/>
          </p:cNvSpPr>
          <p:nvPr/>
        </p:nvSpPr>
        <p:spPr>
          <a:xfrm xmlns:a="http://schemas.openxmlformats.org/drawingml/2006/main">
            <a:off x="6334125" y="4381500"/>
            <a:ext cx="5238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algn="l">
              <a:defRPr sz="1875" b="0">
                <a:solidFill>
                  <a:srgbClr val="21344B"/>
                </a:solidFill>
                <a:latin typeface="Lato"/>
                <a:ea typeface="Lato"/>
                <a:cs typeface="Lato"/>
              </a:defRPr>
            </a:pPr>
            <a:r>
              <a:rPr sz="1875" b="0">
                <a:solidFill>
                  <a:srgbClr val="21344B"/>
                </a:solidFill>
                <a:latin typeface="Lato"/>
                <a:ea typeface="Lato"/>
                <a:cs typeface="Lato"/>
              </a:rPr>
              <a:t>Explain scope, consent states, and ownership using a completed consent-scenario matrix.</a:t>
            </a:r>
          </a:p>
        </p:txBody>
      </p:sp>
      <p:sp>
        <p:nvSpPr>
          <p:cNvPr id="11" name="">
            <a:extLst xmlns:a="http://schemas.openxmlformats.org/drawingml/2006/main">
              <a:ext uri="{FF2B5EF4-FFF2-40B4-BE49-F238E27FC236}">
                <a16:creationId xmlns:a16="http://schemas.microsoft.com/office/drawing/2014/main" id="{BBB50CE9-6E69-46BF-AB4E-53890CFD0400}"/>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12" name="Expected outcome">
            <a:extLst xmlns:a="http://schemas.openxmlformats.org/drawingml/2006/main">
              <a:ext uri="{FF2B5EF4-FFF2-40B4-BE49-F238E27FC236}">
                <a16:creationId xmlns:a16="http://schemas.microsoft.com/office/drawing/2014/main" id="{1170D714-3BE4-43B9-8E44-3B34052461DD}"/>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Expected outcome</a:t>
            </a:r>
          </a:p>
        </p:txBody>
      </p:sp>
      <p:sp>
        <p:nvSpPr>
          <p:cNvPr id="13" name="Understand the project scope, consent-management framework, and k">
            <a:extLst xmlns:a="http://schemas.openxmlformats.org/drawingml/2006/main">
              <a:ext uri="{FF2B5EF4-FFF2-40B4-BE49-F238E27FC236}">
                <a16:creationId xmlns:a16="http://schemas.microsoft.com/office/drawing/2014/main" id="{76EABE23-F44D-447A-A311-64D696A09098}"/>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Understand the project scope, consent-management framework, and key operational responsibilities.</a:t>
            </a:r>
          </a:p>
        </p:txBody>
      </p:sp>
    </p:spTree>
    <p:extLst>
      <p:ext uri="{BB962C8B-B14F-4D97-AF65-F5344CB8AC3E}">
        <p14:creationId xmlns:p14="http://schemas.microsoft.com/office/powerpoint/2010/main" val="16369536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 2  /  Vendor &amp; Cookie Analysis">
            <a:extLst xmlns:a="http://schemas.openxmlformats.org/drawingml/2006/main">
              <a:ext uri="{FF2B5EF4-FFF2-40B4-BE49-F238E27FC236}">
                <a16:creationId xmlns:a16="http://schemas.microsoft.com/office/drawing/2014/main" id="{1FE71BD7-1DE0-4B9D-8E79-9B889CEEF691}"/>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87E8B"/>
                </a:solidFill>
                <a:latin typeface="Lato"/>
                <a:ea typeface="Lato"/>
                <a:cs typeface="Lato"/>
              </a:defRPr>
            </a:defPPr>
          </a:lstStyle>
          <a:p xmlns:a="http://schemas.openxmlformats.org/drawingml/2006/main">
            <a:pPr algn="l">
              <a:defRPr sz="1275" b="1">
                <a:solidFill>
                  <a:srgbClr val="087E8B"/>
                </a:solidFill>
                <a:latin typeface="Lato"/>
                <a:ea typeface="Lato"/>
                <a:cs typeface="Lato"/>
              </a:defRPr>
            </a:pPr>
            <a:r>
              <a:rPr sz="1275" b="1">
                <a:solidFill>
                  <a:srgbClr val="087E8B"/>
                </a:solidFill>
                <a:latin typeface="Lato"/>
                <a:ea typeface="Lato"/>
                <a:cs typeface="Lato"/>
              </a:rPr>
              <a:t>Day 2  /  Vendor &amp; Cookie Analysis</a:t>
            </a:r>
          </a:p>
        </p:txBody>
      </p:sp>
      <p:sp>
        <p:nvSpPr>
          <p:cNvPr id="2" name="Vendor identification, purpose, and classification">
            <a:extLst xmlns:a="http://schemas.openxmlformats.org/drawingml/2006/main">
              <a:ext uri="{FF2B5EF4-FFF2-40B4-BE49-F238E27FC236}">
                <a16:creationId xmlns:a16="http://schemas.microsoft.com/office/drawing/2014/main" id="{F206CA97-4A59-4E71-A10B-A9D24AB54AAC}"/>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Vendor identification, purpose, and classification</a:t>
            </a:r>
          </a:p>
        </p:txBody>
      </p:sp>
      <p:sp>
        <p:nvSpPr>
          <p:cNvPr id="3" name="">
            <a:extLst xmlns:a="http://schemas.openxmlformats.org/drawingml/2006/main">
              <a:ext uri="{FF2B5EF4-FFF2-40B4-BE49-F238E27FC236}">
                <a16:creationId xmlns:a16="http://schemas.microsoft.com/office/drawing/2014/main" id="{84A9E9CB-8289-4D5F-99AE-C3FD6A4C8300}"/>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56B14E73-8D76-41D0-99EC-031AC715F8D1}"/>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11">
            <a:extLst xmlns:a="http://schemas.openxmlformats.org/drawingml/2006/main">
              <a:ext uri="{FF2B5EF4-FFF2-40B4-BE49-F238E27FC236}">
                <a16:creationId xmlns:a16="http://schemas.microsoft.com/office/drawing/2014/main" id="{1BEBDBCC-6A0C-4F68-B482-109ABB477EC2}"/>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11</a:t>
            </a:r>
          </a:p>
        </p:txBody>
      </p:sp>
      <p:sp>
        <p:nvSpPr>
          <p:cNvPr id="6" name="Investigation inputs">
            <a:extLst xmlns:a="http://schemas.openxmlformats.org/drawingml/2006/main">
              <a:ext uri="{FF2B5EF4-FFF2-40B4-BE49-F238E27FC236}">
                <a16:creationId xmlns:a16="http://schemas.microsoft.com/office/drawing/2014/main" id="{453410B9-2464-4535-9FA7-C39248382BAE}"/>
              </a:ext>
            </a:extLst>
          </p:cNvPr>
          <p:cNvSpPr>
            <a:spLocks xmlns:a="http://schemas.openxmlformats.org/drawingml/2006/main" noGrp="1"/>
          </p:cNvSpPr>
          <p:nvPr/>
        </p:nvSpPr>
        <p:spPr>
          <a:xfrm xmlns:a="http://schemas.openxmlformats.org/drawingml/2006/main">
            <a:off x="609600" y="17145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Investigation inputs</a:t>
            </a:r>
          </a:p>
        </p:txBody>
      </p:sp>
      <p:sp>
        <p:nvSpPr>
          <p:cNvPr id="7" name="">
            <a:extLst xmlns:a="http://schemas.openxmlformats.org/drawingml/2006/main">
              <a:ext uri="{FF2B5EF4-FFF2-40B4-BE49-F238E27FC236}">
                <a16:creationId xmlns:a16="http://schemas.microsoft.com/office/drawing/2014/main" id="{460F2CBF-3559-4020-BE78-737F8CC75387}"/>
              </a:ext>
            </a:extLst>
          </p:cNvPr>
          <p:cNvSpPr>
            <a:spLocks xmlns:a="http://schemas.openxmlformats.org/drawingml/2006/main" noGrp="1"/>
          </p:cNvSpPr>
          <p:nvPr/>
        </p:nvSpPr>
        <p:spPr>
          <a:xfrm xmlns:a="http://schemas.openxmlformats.org/drawingml/2006/main">
            <a:off x="609600" y="2266950"/>
            <a:ext cx="50958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Observed endpoints and scripts</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Official vendor documentation</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Page feature and triggering event</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Approved vendor inventory and consent mapping</a:t>
            </a:r>
          </a:p>
        </p:txBody>
      </p:sp>
      <p:sp>
        <p:nvSpPr>
          <p:cNvPr id="8" name="">
            <a:extLst xmlns:a="http://schemas.openxmlformats.org/drawingml/2006/main">
              <a:ext uri="{FF2B5EF4-FFF2-40B4-BE49-F238E27FC236}">
                <a16:creationId xmlns:a16="http://schemas.microsoft.com/office/drawing/2014/main" id="{5C9B63F4-D740-4F16-BF3E-E30966815B78}"/>
              </a:ext>
            </a:extLst>
          </p:cNvPr>
          <p:cNvSpPr>
            <a:spLocks xmlns:a="http://schemas.openxmlformats.org/drawingml/2006/main" noGrp="1"/>
          </p:cNvSpPr>
          <p:nvPr/>
        </p:nvSpPr>
        <p:spPr>
          <a:xfrm xmlns:a="http://schemas.openxmlformats.org/drawingml/2006/main">
            <a:off x="6105525" y="1771650"/>
            <a:ext cx="0" cy="337185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9" name="Vendor record to prepare">
            <a:extLst xmlns:a="http://schemas.openxmlformats.org/drawingml/2006/main">
              <a:ext uri="{FF2B5EF4-FFF2-40B4-BE49-F238E27FC236}">
                <a16:creationId xmlns:a16="http://schemas.microsoft.com/office/drawing/2014/main" id="{B20CC138-4436-4B74-8894-DEAE7E86278F}"/>
              </a:ext>
            </a:extLst>
          </p:cNvPr>
          <p:cNvSpPr>
            <a:spLocks xmlns:a="http://schemas.openxmlformats.org/drawingml/2006/main" noGrp="1"/>
          </p:cNvSpPr>
          <p:nvPr/>
        </p:nvSpPr>
        <p:spPr>
          <a:xfrm xmlns:a="http://schemas.openxmlformats.org/drawingml/2006/main">
            <a:off x="6572250" y="1714500"/>
            <a:ext cx="5010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Vendor record to prepare</a:t>
            </a:r>
          </a:p>
        </p:txBody>
      </p:sp>
      <p:sp>
        <p:nvSpPr>
          <p:cNvPr id="10" name="">
            <a:extLst xmlns:a="http://schemas.openxmlformats.org/drawingml/2006/main">
              <a:ext uri="{FF2B5EF4-FFF2-40B4-BE49-F238E27FC236}">
                <a16:creationId xmlns:a16="http://schemas.microsoft.com/office/drawing/2014/main" id="{503341DA-173F-4597-9B21-C1E38BC02C8B}"/>
              </a:ext>
            </a:extLst>
          </p:cNvPr>
          <p:cNvSpPr>
            <a:spLocks xmlns:a="http://schemas.openxmlformats.org/drawingml/2006/main" noGrp="1"/>
          </p:cNvSpPr>
          <p:nvPr/>
        </p:nvSpPr>
        <p:spPr>
          <a:xfrm xmlns:a="http://schemas.openxmlformats.org/drawingml/2006/main">
            <a:off x="6572250" y="2266950"/>
            <a:ext cx="50101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Identity, service, purpose, and owner</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Implementation route and evidence source</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Cookie/storage names and attributes</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Confirmed facts, inferences, and open questions</a:t>
            </a:r>
          </a:p>
        </p:txBody>
      </p:sp>
      <p:sp>
        <p:nvSpPr>
          <p:cNvPr id="11" name="">
            <a:extLst xmlns:a="http://schemas.openxmlformats.org/drawingml/2006/main">
              <a:ext uri="{FF2B5EF4-FFF2-40B4-BE49-F238E27FC236}">
                <a16:creationId xmlns:a16="http://schemas.microsoft.com/office/drawing/2014/main" id="{9B3B26FE-BA27-4C52-9D70-04C0FEA66D13}"/>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12" name="Practical focus">
            <a:extLst xmlns:a="http://schemas.openxmlformats.org/drawingml/2006/main">
              <a:ext uri="{FF2B5EF4-FFF2-40B4-BE49-F238E27FC236}">
                <a16:creationId xmlns:a16="http://schemas.microsoft.com/office/drawing/2014/main" id="{A73B5337-BE3B-454A-8A6F-EE1AE2D525FC}"/>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13" name="Corroborate a domain or script match before assigning vendor iden">
            <a:extLst xmlns:a="http://schemas.openxmlformats.org/drawingml/2006/main">
              <a:ext uri="{FF2B5EF4-FFF2-40B4-BE49-F238E27FC236}">
                <a16:creationId xmlns:a16="http://schemas.microsoft.com/office/drawing/2014/main" id="{47EAEA5A-DC83-485F-A0CD-61DA632D176C}"/>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Corroborate a domain or script match before assigning vendor identity and purpose.</a:t>
            </a:r>
          </a:p>
        </p:txBody>
      </p:sp>
    </p:spTree>
    <p:extLst>
      <p:ext uri="{BB962C8B-B14F-4D97-AF65-F5344CB8AC3E}">
        <p14:creationId xmlns:p14="http://schemas.microsoft.com/office/powerpoint/2010/main" val="82546636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y 2  /  Vendor &amp; Cookie Analysis">
            <a:extLst xmlns:a="http://schemas.openxmlformats.org/drawingml/2006/main">
              <a:ext uri="{FF2B5EF4-FFF2-40B4-BE49-F238E27FC236}">
                <a16:creationId xmlns:a16="http://schemas.microsoft.com/office/drawing/2014/main" id="{68B944E0-23A5-41AC-80B3-18CB80EC14F5}"/>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87E8B"/>
                </a:solidFill>
                <a:latin typeface="Lato"/>
                <a:ea typeface="Lato"/>
                <a:cs typeface="Lato"/>
              </a:defRPr>
            </a:defPPr>
          </a:lstStyle>
          <a:p xmlns:a="http://schemas.openxmlformats.org/drawingml/2006/main">
            <a:pPr algn="l">
              <a:defRPr sz="1275" b="1">
                <a:solidFill>
                  <a:srgbClr val="087E8B"/>
                </a:solidFill>
                <a:latin typeface="Lato"/>
                <a:ea typeface="Lato"/>
                <a:cs typeface="Lato"/>
              </a:defRPr>
            </a:pPr>
            <a:r>
              <a:rPr sz="1275" b="1">
                <a:solidFill>
                  <a:srgbClr val="087E8B"/>
                </a:solidFill>
                <a:latin typeface="Lato"/>
                <a:ea typeface="Lato"/>
                <a:cs typeface="Lato"/>
              </a:rPr>
              <a:t>Day 2  /  Vendor &amp; Cookie Analysis</a:t>
            </a:r>
          </a:p>
        </p:txBody>
      </p:sp>
      <p:sp>
        <p:nvSpPr>
          <p:cNvPr id="2" name="Vendor implementation methods">
            <a:extLst xmlns:a="http://schemas.openxmlformats.org/drawingml/2006/main">
              <a:ext uri="{FF2B5EF4-FFF2-40B4-BE49-F238E27FC236}">
                <a16:creationId xmlns:a16="http://schemas.microsoft.com/office/drawing/2014/main" id="{B3AEE1CF-A627-4E62-BED7-C1E1CBE0DCF9}"/>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Vendor implementation methods</a:t>
            </a:r>
          </a:p>
        </p:txBody>
      </p:sp>
      <p:sp>
        <p:nvSpPr>
          <p:cNvPr id="3" name="">
            <a:extLst xmlns:a="http://schemas.openxmlformats.org/drawingml/2006/main">
              <a:ext uri="{FF2B5EF4-FFF2-40B4-BE49-F238E27FC236}">
                <a16:creationId xmlns:a16="http://schemas.microsoft.com/office/drawing/2014/main" id="{C4FC8906-9467-4A43-A447-EB46C1AF3880}"/>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4E737B00-E47B-4B8F-9AC1-C90068226326}"/>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12">
            <a:extLst xmlns:a="http://schemas.openxmlformats.org/drawingml/2006/main">
              <a:ext uri="{FF2B5EF4-FFF2-40B4-BE49-F238E27FC236}">
                <a16:creationId xmlns:a16="http://schemas.microsoft.com/office/drawing/2014/main" id="{CB602A84-D292-46C3-A88E-58A41DB7E679}"/>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12</a:t>
            </a:r>
          </a:p>
        </p:txBody>
      </p:sp>
      <p:graphicFrame>
        <p:nvGraphicFramePr>
          <p:cNvPr id="6" name="">
            <a:extLst xmlns:a="http://schemas.openxmlformats.org/drawingml/2006/main">
              <a:ext uri="{FF2B5EF4-FFF2-40B4-BE49-F238E27FC236}">
                <a16:creationId xmlns:a16="http://schemas.microsoft.com/office/drawing/2014/main" id="{2BF299E1-9A64-44D7-BA83-79D1B8021F2E}"/>
              </a:ext>
            </a:extLst>
          </p:cNvPr>
          <p:cNvGraphicFramePr/>
          <p:nvPr/>
        </p:nvGraphicFramePr>
        <p:xfrm>
          <a:off xmlns:a="http://schemas.openxmlformats.org/drawingml/2006/main" x="609600" y="1724025"/>
          <a:ext xmlns:a="http://schemas.openxmlformats.org/drawingml/2006/main" cx="10972800" cy="3714750"/>
        </p:xfrm>
        <a:graphic xmlns:a="http://schemas.openxmlformats.org/drawingml/2006/main">
          <a:graphicData uri="http://schemas.openxmlformats.org/drawingml/2006/table">
            <a:tbl>
              <a:tblPr/>
              <a:tblGrid>
                <a:gridCol w="2333625"/>
                <a:gridCol w="4476750"/>
                <a:gridCol w="4162425"/>
              </a:tblGrid>
              <a:tr h="495300">
                <a:tc>
                  <a:txBody>
                    <a:bodyPr lIns="0" tIns="0" rIns="0" bIns="0">
                      <a:noAutofit/>
                    </a:bodyPr>
                    <a:lstStyle/>
                    <a:p>
                      <a:r>
                        <a:rPr sz="1725" b="1">
                          <a:solidFill>
                            <a:srgbClr val="FFFFFF"/>
                          </a:solidFill>
                          <a:latin typeface="Lato"/>
                          <a:ea typeface="Lato"/>
                          <a:cs typeface="Lato"/>
                        </a:rPr>
                        <a:t>Method</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How to investigate</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Evidence boundary</a:t>
                      </a:r>
                    </a:p>
                  </a:txBody>
                  <a:tcPr marL="91440" marR="91440" marT="45720" marB="45720" anchor="ctr">
                    <a:solidFill>
                      <a:srgbClr val="142D4E"/>
                    </a:solidFill>
                  </a:tcPr>
                </a:tc>
              </a:tr>
              <a:tr h="804863">
                <a:tc>
                  <a:txBody>
                    <a:bodyPr lIns="0" tIns="0" rIns="0" bIns="0">
                      <a:noAutofit/>
                    </a:bodyPr>
                    <a:lstStyle/>
                    <a:p>
                      <a:r>
                        <a:rPr sz="1800" b="0">
                          <a:solidFill>
                            <a:srgbClr val="21344B"/>
                          </a:solidFill>
                          <a:latin typeface="Lato"/>
                          <a:ea typeface="Lato"/>
                          <a:cs typeface="Lato"/>
                        </a:rPr>
                        <a:t>Adobe Launch</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Review the library, rule event, conditions, and actions where access permits.</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Request initiators support attribution. Rule details need approved access.</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Direct integration</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Inspect page markup, application code references, and request initiators.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A script URL alone may not establish the full trigger.</a:t>
                      </a:r>
                    </a:p>
                  </a:txBody>
                  <a:tcPr marL="91440" marR="91440" marT="45720" marB="45720" anchor="ctr">
                    <a:solidFill>
                      <a:srgbClr val="EFF4F8"/>
                    </a:solidFill>
                  </a:tcPr>
                </a:tc>
              </a:tr>
              <a:tr h="804863">
                <a:tc>
                  <a:txBody>
                    <a:bodyPr lIns="0" tIns="0" rIns="0" bIns="0">
                      <a:noAutofit/>
                    </a:bodyPr>
                    <a:lstStyle/>
                    <a:p>
                      <a:r>
                        <a:rPr sz="1800" b="0">
                          <a:solidFill>
                            <a:srgbClr val="21344B"/>
                          </a:solidFill>
                          <a:latin typeface="Lato"/>
                          <a:ea typeface="Lato"/>
                          <a:cs typeface="Lato"/>
                        </a:rPr>
                        <a:t>Third-party script</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Trace script loading and any downstream requests.</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One loader can introduce multiple services.</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Server-side implementation</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Review documented architecture and authorised server evidence.</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Browser traffic cannot prove downstream server processing.</a:t>
                      </a:r>
                    </a:p>
                  </a:txBody>
                  <a:tcPr marL="91440" marR="91440" marT="45720" marB="45720" anchor="ctr">
                    <a:solidFill>
                      <a:srgbClr val="EFF4F8"/>
                    </a:solidFill>
                  </a:tcPr>
                </a:tc>
              </a:tr>
            </a:tbl>
          </a:graphicData>
        </a:graphic>
      </p:graphicFrame>
      <p:sp>
        <p:nvSpPr>
          <p:cNvPr id="7" name="">
            <a:extLst xmlns:a="http://schemas.openxmlformats.org/drawingml/2006/main">
              <a:ext uri="{FF2B5EF4-FFF2-40B4-BE49-F238E27FC236}">
                <a16:creationId xmlns:a16="http://schemas.microsoft.com/office/drawing/2014/main" id="{D687FE86-B91D-4153-BF6C-3FCB7902C504}"/>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8" name="Learning point">
            <a:extLst xmlns:a="http://schemas.openxmlformats.org/drawingml/2006/main">
              <a:ext uri="{FF2B5EF4-FFF2-40B4-BE49-F238E27FC236}">
                <a16:creationId xmlns:a16="http://schemas.microsoft.com/office/drawing/2014/main" id="{85EA3F95-2CB3-43EA-8B8E-AE128AF1F22F}"/>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Learning point</a:t>
            </a:r>
          </a:p>
        </p:txBody>
      </p:sp>
      <p:sp>
        <p:nvSpPr>
          <p:cNvPr id="9" name="Record the method as confirmed, inferred, or unknown according to">
            <a:extLst xmlns:a="http://schemas.openxmlformats.org/drawingml/2006/main">
              <a:ext uri="{FF2B5EF4-FFF2-40B4-BE49-F238E27FC236}">
                <a16:creationId xmlns:a16="http://schemas.microsoft.com/office/drawing/2014/main" id="{4AB7521F-2E62-417F-BB00-785D3AF27218}"/>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Record the method as confirmed, inferred, or unknown according to the evidence available.</a:t>
            </a:r>
          </a:p>
        </p:txBody>
      </p:sp>
    </p:spTree>
    <p:extLst>
      <p:ext uri="{BB962C8B-B14F-4D97-AF65-F5344CB8AC3E}">
        <p14:creationId xmlns:p14="http://schemas.microsoft.com/office/powerpoint/2010/main" val="299990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E7E19960-83E7-46FE-A36C-BED184E359D8}"/>
              </a:ext>
            </a:extLst>
          </p:cNvPr>
          <p:cNvCxnSpPr>
            <a:stCxn xmlns:a="http://schemas.openxmlformats.org/drawingml/2006/main" id="12" idx="3"/>
            <a:endCxn xmlns:a="http://schemas.openxmlformats.org/drawingml/2006/main" id="15" idx="1"/>
          </p:cNvCxnSpPr>
          <p:nvPr/>
        </p:nvCxnSpPr>
        <p:spPr>
          <a:xfrm xmlns:a="http://schemas.openxmlformats.org/drawingml/2006/main">
            <a:off x="8758238"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1C8FBD53-6D22-4E70-A85C-FBE926B6AD8C}"/>
              </a:ext>
            </a:extLst>
          </p:cNvPr>
          <p:cNvCxnSpPr>
            <a:stCxn xmlns:a="http://schemas.openxmlformats.org/drawingml/2006/main" id="9" idx="3"/>
            <a:endCxn xmlns:a="http://schemas.openxmlformats.org/drawingml/2006/main" id="12" idx="1"/>
          </p:cNvCxnSpPr>
          <p:nvPr/>
        </p:nvCxnSpPr>
        <p:spPr>
          <a:xfrm xmlns:a="http://schemas.openxmlformats.org/drawingml/2006/main">
            <a:off x="5934076" y="2857500"/>
            <a:ext cx="323849"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409B09C3-41F5-4599-BD2B-15F1007F1F22}"/>
              </a:ext>
            </a:extLst>
          </p:cNvPr>
          <p:cNvCxnSpPr>
            <a:stCxn xmlns:a="http://schemas.openxmlformats.org/drawingml/2006/main" id="6" idx="3"/>
            <a:endCxn xmlns:a="http://schemas.openxmlformats.org/drawingml/2006/main" id="9" idx="1"/>
          </p:cNvCxnSpPr>
          <p:nvPr/>
        </p:nvCxnSpPr>
        <p:spPr>
          <a:xfrm xmlns:a="http://schemas.openxmlformats.org/drawingml/2006/main">
            <a:off x="3109913"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sp>
        <p:nvSpPr>
          <p:cNvPr id="24" name="Day 2  /  Vendor &amp; Cookie Analysis">
            <a:extLst xmlns:a="http://schemas.openxmlformats.org/drawingml/2006/main">
              <a:ext uri="{FF2B5EF4-FFF2-40B4-BE49-F238E27FC236}">
                <a16:creationId xmlns:a16="http://schemas.microsoft.com/office/drawing/2014/main" id="{CE9F2B36-BD19-4BB4-AD72-B24242B9E557}"/>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87E8B"/>
                </a:solidFill>
                <a:latin typeface="Lato"/>
                <a:ea typeface="Lato"/>
                <a:cs typeface="Lato"/>
              </a:defRPr>
            </a:defPPr>
          </a:lstStyle>
          <a:p xmlns:a="http://schemas.openxmlformats.org/drawingml/2006/main">
            <a:pPr algn="l">
              <a:defRPr sz="1275" b="1">
                <a:solidFill>
                  <a:srgbClr val="087E8B"/>
                </a:solidFill>
                <a:latin typeface="Lato"/>
                <a:ea typeface="Lato"/>
                <a:cs typeface="Lato"/>
              </a:defRPr>
            </a:pPr>
            <a:r>
              <a:rPr sz="1275" b="1">
                <a:solidFill>
                  <a:srgbClr val="087E8B"/>
                </a:solidFill>
                <a:latin typeface="Lato"/>
                <a:ea typeface="Lato"/>
                <a:cs typeface="Lato"/>
              </a:rPr>
              <a:t>Day 2  /  Vendor &amp; Cookie Analysis</a:t>
            </a:r>
          </a:p>
        </p:txBody>
      </p:sp>
      <p:sp>
        <p:nvSpPr>
          <p:cNvPr id="2" name="DevTools network investigation workflow">
            <a:extLst xmlns:a="http://schemas.openxmlformats.org/drawingml/2006/main">
              <a:ext uri="{FF2B5EF4-FFF2-40B4-BE49-F238E27FC236}">
                <a16:creationId xmlns:a16="http://schemas.microsoft.com/office/drawing/2014/main" id="{273928CF-D802-4447-A8F9-6E526BFC9ED4}"/>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DevTools network investigation workflow</a:t>
            </a:r>
          </a:p>
        </p:txBody>
      </p:sp>
      <p:sp>
        <p:nvSpPr>
          <p:cNvPr id="3" name="">
            <a:extLst xmlns:a="http://schemas.openxmlformats.org/drawingml/2006/main">
              <a:ext uri="{FF2B5EF4-FFF2-40B4-BE49-F238E27FC236}">
                <a16:creationId xmlns:a16="http://schemas.microsoft.com/office/drawing/2014/main" id="{3150964E-3634-4A30-976A-783B81DC35C3}"/>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A16106D0-4D4E-4243-9448-0F7A5B86B4B5}"/>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13">
            <a:extLst xmlns:a="http://schemas.openxmlformats.org/drawingml/2006/main">
              <a:ext uri="{FF2B5EF4-FFF2-40B4-BE49-F238E27FC236}">
                <a16:creationId xmlns:a16="http://schemas.microsoft.com/office/drawing/2014/main" id="{BDF01836-0BC1-4241-B593-0021D376BA8C}"/>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13</a:t>
            </a:r>
          </a:p>
        </p:txBody>
      </p:sp>
      <p:sp>
        <p:nvSpPr>
          <p:cNvPr id="6" name="Prepare session">
            <a:extLst xmlns:a="http://schemas.openxmlformats.org/drawingml/2006/main">
              <a:ext uri="{FF2B5EF4-FFF2-40B4-BE49-F238E27FC236}">
                <a16:creationId xmlns:a16="http://schemas.microsoft.com/office/drawing/2014/main" id="{37C396B3-FA22-4535-8690-591D791A821F}"/>
              </a:ext>
            </a:extLst>
          </p:cNvPr>
          <p:cNvSpPr>
            <a:spLocks xmlns:a="http://schemas.openxmlformats.org/drawingml/2006/main" noGrp="1"/>
          </p:cNvSpPr>
          <p:nvPr/>
        </p:nvSpPr>
        <p:spPr>
          <a:xfrm xmlns:a="http://schemas.openxmlformats.org/drawingml/2006/main">
            <a:off x="609600"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Prepare session</a:t>
            </a:r>
          </a:p>
        </p:txBody>
      </p:sp>
      <p:sp>
        <p:nvSpPr>
          <p:cNvPr id="7" name="01">
            <a:extLst xmlns:a="http://schemas.openxmlformats.org/drawingml/2006/main">
              <a:ext uri="{FF2B5EF4-FFF2-40B4-BE49-F238E27FC236}">
                <a16:creationId xmlns:a16="http://schemas.microsoft.com/office/drawing/2014/main" id="{FC5ADC4E-A356-4D6E-A199-869D4E7ED5E3}"/>
              </a:ext>
            </a:extLst>
          </p:cNvPr>
          <p:cNvSpPr>
            <a:spLocks xmlns:a="http://schemas.openxmlformats.org/drawingml/2006/main" noGrp="1"/>
          </p:cNvSpPr>
          <p:nvPr/>
        </p:nvSpPr>
        <p:spPr>
          <a:xfrm xmlns:a="http://schemas.openxmlformats.org/drawingml/2006/main">
            <a:off x="609600"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7E8B"/>
                </a:solidFill>
                <a:latin typeface="Lato"/>
                <a:ea typeface="Lato"/>
                <a:cs typeface="Lato"/>
              </a:defRPr>
            </a:defPPr>
          </a:lstStyle>
          <a:p xmlns:a="http://schemas.openxmlformats.org/drawingml/2006/main">
            <a:pPr algn="l">
              <a:defRPr sz="1650" b="1">
                <a:solidFill>
                  <a:srgbClr val="087E8B"/>
                </a:solidFill>
                <a:latin typeface="Lato"/>
                <a:ea typeface="Lato"/>
                <a:cs typeface="Lato"/>
              </a:defRPr>
            </a:pPr>
            <a:r>
              <a:rPr sz="1650" b="1">
                <a:solidFill>
                  <a:srgbClr val="087E8B"/>
                </a:solidFill>
                <a:latin typeface="Lato"/>
                <a:ea typeface="Lato"/>
                <a:cs typeface="Lato"/>
              </a:rPr>
              <a:t>01</a:t>
            </a:r>
          </a:p>
        </p:txBody>
      </p:sp>
      <p:sp>
        <p:nvSpPr>
          <p:cNvPr id="8" name="Record URL, state, browser, and test event.">
            <a:extLst xmlns:a="http://schemas.openxmlformats.org/drawingml/2006/main">
              <a:ext uri="{FF2B5EF4-FFF2-40B4-BE49-F238E27FC236}">
                <a16:creationId xmlns:a16="http://schemas.microsoft.com/office/drawing/2014/main" id="{7C718F93-FCD2-43D1-948F-3E79D1F1DE47}"/>
              </a:ext>
            </a:extLst>
          </p:cNvPr>
          <p:cNvSpPr>
            <a:spLocks xmlns:a="http://schemas.openxmlformats.org/drawingml/2006/main" noGrp="1"/>
          </p:cNvSpPr>
          <p:nvPr/>
        </p:nvSpPr>
        <p:spPr>
          <a:xfrm xmlns:a="http://schemas.openxmlformats.org/drawingml/2006/main">
            <a:off x="609600"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Record URL, state, browser, and test event.</a:t>
            </a:r>
          </a:p>
        </p:txBody>
      </p:sp>
      <p:sp>
        <p:nvSpPr>
          <p:cNvPr id="9" name="Trigger and capture">
            <a:extLst xmlns:a="http://schemas.openxmlformats.org/drawingml/2006/main">
              <a:ext uri="{FF2B5EF4-FFF2-40B4-BE49-F238E27FC236}">
                <a16:creationId xmlns:a16="http://schemas.microsoft.com/office/drawing/2014/main" id="{AAC797FF-9B2C-4820-9473-FF44FA2AD6B4}"/>
              </a:ext>
            </a:extLst>
          </p:cNvPr>
          <p:cNvSpPr>
            <a:spLocks xmlns:a="http://schemas.openxmlformats.org/drawingml/2006/main" noGrp="1"/>
          </p:cNvSpPr>
          <p:nvPr/>
        </p:nvSpPr>
        <p:spPr>
          <a:xfrm xmlns:a="http://schemas.openxmlformats.org/drawingml/2006/main">
            <a:off x="3433763"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Trigger and capture</a:t>
            </a:r>
          </a:p>
        </p:txBody>
      </p:sp>
      <p:sp>
        <p:nvSpPr>
          <p:cNvPr id="10" name="02">
            <a:extLst xmlns:a="http://schemas.openxmlformats.org/drawingml/2006/main">
              <a:ext uri="{FF2B5EF4-FFF2-40B4-BE49-F238E27FC236}">
                <a16:creationId xmlns:a16="http://schemas.microsoft.com/office/drawing/2014/main" id="{933C7770-CA20-4658-8513-032EF51327AE}"/>
              </a:ext>
            </a:extLst>
          </p:cNvPr>
          <p:cNvSpPr>
            <a:spLocks xmlns:a="http://schemas.openxmlformats.org/drawingml/2006/main" noGrp="1"/>
          </p:cNvSpPr>
          <p:nvPr/>
        </p:nvSpPr>
        <p:spPr>
          <a:xfrm xmlns:a="http://schemas.openxmlformats.org/drawingml/2006/main">
            <a:off x="3433763"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7E8B"/>
                </a:solidFill>
                <a:latin typeface="Lato"/>
                <a:ea typeface="Lato"/>
                <a:cs typeface="Lato"/>
              </a:defRPr>
            </a:defPPr>
          </a:lstStyle>
          <a:p xmlns:a="http://schemas.openxmlformats.org/drawingml/2006/main">
            <a:pPr algn="l">
              <a:defRPr sz="1650" b="1">
                <a:solidFill>
                  <a:srgbClr val="087E8B"/>
                </a:solidFill>
                <a:latin typeface="Lato"/>
                <a:ea typeface="Lato"/>
                <a:cs typeface="Lato"/>
              </a:defRPr>
            </a:pPr>
            <a:r>
              <a:rPr sz="1650" b="1">
                <a:solidFill>
                  <a:srgbClr val="087E8B"/>
                </a:solidFill>
                <a:latin typeface="Lato"/>
                <a:ea typeface="Lato"/>
                <a:cs typeface="Lato"/>
              </a:rPr>
              <a:t>02</a:t>
            </a:r>
          </a:p>
        </p:txBody>
      </p:sp>
      <p:sp>
        <p:nvSpPr>
          <p:cNvPr id="11" name="Open Network before load. Keep the relevant traffic.">
            <a:extLst xmlns:a="http://schemas.openxmlformats.org/drawingml/2006/main">
              <a:ext uri="{FF2B5EF4-FFF2-40B4-BE49-F238E27FC236}">
                <a16:creationId xmlns:a16="http://schemas.microsoft.com/office/drawing/2014/main" id="{1BB22062-815F-4922-8DEC-BDA4B4F17F9D}"/>
              </a:ext>
            </a:extLst>
          </p:cNvPr>
          <p:cNvSpPr>
            <a:spLocks xmlns:a="http://schemas.openxmlformats.org/drawingml/2006/main" noGrp="1"/>
          </p:cNvSpPr>
          <p:nvPr/>
        </p:nvSpPr>
        <p:spPr>
          <a:xfrm xmlns:a="http://schemas.openxmlformats.org/drawingml/2006/main">
            <a:off x="3433763"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Open Network before load. Keep the relevant traffic.</a:t>
            </a:r>
          </a:p>
        </p:txBody>
      </p:sp>
      <p:sp>
        <p:nvSpPr>
          <p:cNvPr id="12" name="Inspect request">
            <a:extLst xmlns:a="http://schemas.openxmlformats.org/drawingml/2006/main">
              <a:ext uri="{FF2B5EF4-FFF2-40B4-BE49-F238E27FC236}">
                <a16:creationId xmlns:a16="http://schemas.microsoft.com/office/drawing/2014/main" id="{5ADB4935-34EE-4DDD-901B-A5F574C8E227}"/>
              </a:ext>
            </a:extLst>
          </p:cNvPr>
          <p:cNvSpPr>
            <a:spLocks xmlns:a="http://schemas.openxmlformats.org/drawingml/2006/main" noGrp="1"/>
          </p:cNvSpPr>
          <p:nvPr/>
        </p:nvSpPr>
        <p:spPr>
          <a:xfrm xmlns:a="http://schemas.openxmlformats.org/drawingml/2006/main">
            <a:off x="6257925"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Inspect request</a:t>
            </a:r>
          </a:p>
        </p:txBody>
      </p:sp>
      <p:sp>
        <p:nvSpPr>
          <p:cNvPr id="13" name="03">
            <a:extLst xmlns:a="http://schemas.openxmlformats.org/drawingml/2006/main">
              <a:ext uri="{FF2B5EF4-FFF2-40B4-BE49-F238E27FC236}">
                <a16:creationId xmlns:a16="http://schemas.microsoft.com/office/drawing/2014/main" id="{46812AE9-C2B8-42C4-A10D-AC52F358E1FC}"/>
              </a:ext>
            </a:extLst>
          </p:cNvPr>
          <p:cNvSpPr>
            <a:spLocks xmlns:a="http://schemas.openxmlformats.org/drawingml/2006/main" noGrp="1"/>
          </p:cNvSpPr>
          <p:nvPr/>
        </p:nvSpPr>
        <p:spPr>
          <a:xfrm xmlns:a="http://schemas.openxmlformats.org/drawingml/2006/main">
            <a:off x="6257925"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7E8B"/>
                </a:solidFill>
                <a:latin typeface="Lato"/>
                <a:ea typeface="Lato"/>
                <a:cs typeface="Lato"/>
              </a:defRPr>
            </a:defPPr>
          </a:lstStyle>
          <a:p xmlns:a="http://schemas.openxmlformats.org/drawingml/2006/main">
            <a:pPr algn="l">
              <a:defRPr sz="1650" b="1">
                <a:solidFill>
                  <a:srgbClr val="087E8B"/>
                </a:solidFill>
                <a:latin typeface="Lato"/>
                <a:ea typeface="Lato"/>
                <a:cs typeface="Lato"/>
              </a:defRPr>
            </a:pPr>
            <a:r>
              <a:rPr sz="1650" b="1">
                <a:solidFill>
                  <a:srgbClr val="087E8B"/>
                </a:solidFill>
                <a:latin typeface="Lato"/>
                <a:ea typeface="Lato"/>
                <a:cs typeface="Lato"/>
              </a:rPr>
              <a:t>03</a:t>
            </a:r>
          </a:p>
        </p:txBody>
      </p:sp>
      <p:sp>
        <p:nvSpPr>
          <p:cNvPr id="14" name="Review endpoint, initiator, payload, headers, and timing.">
            <a:extLst xmlns:a="http://schemas.openxmlformats.org/drawingml/2006/main">
              <a:ext uri="{FF2B5EF4-FFF2-40B4-BE49-F238E27FC236}">
                <a16:creationId xmlns:a16="http://schemas.microsoft.com/office/drawing/2014/main" id="{2A4DD02D-FE6C-4FF1-A728-7C3D864F7AA6}"/>
              </a:ext>
            </a:extLst>
          </p:cNvPr>
          <p:cNvSpPr>
            <a:spLocks xmlns:a="http://schemas.openxmlformats.org/drawingml/2006/main" noGrp="1"/>
          </p:cNvSpPr>
          <p:nvPr/>
        </p:nvSpPr>
        <p:spPr>
          <a:xfrm xmlns:a="http://schemas.openxmlformats.org/drawingml/2006/main">
            <a:off x="6257925"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Review endpoint, initiator, payload, headers, and timing.</a:t>
            </a:r>
          </a:p>
        </p:txBody>
      </p:sp>
      <p:sp>
        <p:nvSpPr>
          <p:cNvPr id="15" name="Corroborate vendor">
            <a:extLst xmlns:a="http://schemas.openxmlformats.org/drawingml/2006/main">
              <a:ext uri="{FF2B5EF4-FFF2-40B4-BE49-F238E27FC236}">
                <a16:creationId xmlns:a16="http://schemas.microsoft.com/office/drawing/2014/main" id="{DF7F6D7B-402E-46D3-AA06-62D206766228}"/>
              </a:ext>
            </a:extLst>
          </p:cNvPr>
          <p:cNvSpPr>
            <a:spLocks xmlns:a="http://schemas.openxmlformats.org/drawingml/2006/main" noGrp="1"/>
          </p:cNvSpPr>
          <p:nvPr/>
        </p:nvSpPr>
        <p:spPr>
          <a:xfrm xmlns:a="http://schemas.openxmlformats.org/drawingml/2006/main">
            <a:off x="9082088"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Corroborate vendor</a:t>
            </a:r>
          </a:p>
        </p:txBody>
      </p:sp>
      <p:sp>
        <p:nvSpPr>
          <p:cNvPr id="16" name="04">
            <a:extLst xmlns:a="http://schemas.openxmlformats.org/drawingml/2006/main">
              <a:ext uri="{FF2B5EF4-FFF2-40B4-BE49-F238E27FC236}">
                <a16:creationId xmlns:a16="http://schemas.microsoft.com/office/drawing/2014/main" id="{D36A347B-2041-4FAE-BD04-1846989BC179}"/>
              </a:ext>
            </a:extLst>
          </p:cNvPr>
          <p:cNvSpPr>
            <a:spLocks xmlns:a="http://schemas.openxmlformats.org/drawingml/2006/main" noGrp="1"/>
          </p:cNvSpPr>
          <p:nvPr/>
        </p:nvSpPr>
        <p:spPr>
          <a:xfrm xmlns:a="http://schemas.openxmlformats.org/drawingml/2006/main">
            <a:off x="9082088"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7E8B"/>
                </a:solidFill>
                <a:latin typeface="Lato"/>
                <a:ea typeface="Lato"/>
                <a:cs typeface="Lato"/>
              </a:defRPr>
            </a:defPPr>
          </a:lstStyle>
          <a:p xmlns:a="http://schemas.openxmlformats.org/drawingml/2006/main">
            <a:pPr algn="l">
              <a:defRPr sz="1650" b="1">
                <a:solidFill>
                  <a:srgbClr val="087E8B"/>
                </a:solidFill>
                <a:latin typeface="Lato"/>
                <a:ea typeface="Lato"/>
                <a:cs typeface="Lato"/>
              </a:defRPr>
            </a:pPr>
            <a:r>
              <a:rPr sz="1650" b="1">
                <a:solidFill>
                  <a:srgbClr val="087E8B"/>
                </a:solidFill>
                <a:latin typeface="Lato"/>
                <a:ea typeface="Lato"/>
                <a:cs typeface="Lato"/>
              </a:rPr>
              <a:t>04</a:t>
            </a:r>
          </a:p>
        </p:txBody>
      </p:sp>
      <p:sp>
        <p:nvSpPr>
          <p:cNvPr id="17" name="Match script/endpoint evidence to documentation.">
            <a:extLst xmlns:a="http://schemas.openxmlformats.org/drawingml/2006/main">
              <a:ext uri="{FF2B5EF4-FFF2-40B4-BE49-F238E27FC236}">
                <a16:creationId xmlns:a16="http://schemas.microsoft.com/office/drawing/2014/main" id="{926AFE8C-6E43-43AE-8F36-B0A64B3B2EB2}"/>
              </a:ext>
            </a:extLst>
          </p:cNvPr>
          <p:cNvSpPr>
            <a:spLocks xmlns:a="http://schemas.openxmlformats.org/drawingml/2006/main" noGrp="1"/>
          </p:cNvSpPr>
          <p:nvPr/>
        </p:nvSpPr>
        <p:spPr>
          <a:xfrm xmlns:a="http://schemas.openxmlformats.org/drawingml/2006/main">
            <a:off x="9082088"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Match script/endpoint evidence to documentation.</a:t>
            </a:r>
          </a:p>
        </p:txBody>
      </p:sp>
      <p:sp>
        <p:nvSpPr>
          <p:cNvPr id="21" name="">
            <a:extLst xmlns:a="http://schemas.openxmlformats.org/drawingml/2006/main">
              <a:ext uri="{FF2B5EF4-FFF2-40B4-BE49-F238E27FC236}">
                <a16:creationId xmlns:a16="http://schemas.microsoft.com/office/drawing/2014/main" id="{A4A32AF7-DF7B-4D3C-B1CD-D43B21B6689F}"/>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22" name="Practical focus">
            <a:extLst xmlns:a="http://schemas.openxmlformats.org/drawingml/2006/main">
              <a:ext uri="{FF2B5EF4-FFF2-40B4-BE49-F238E27FC236}">
                <a16:creationId xmlns:a16="http://schemas.microsoft.com/office/drawing/2014/main" id="{671FBC52-B2EE-4015-9F12-FCD76A4B7768}"/>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23" name="The learner traces one vendor request and explains why it belongs">
            <a:extLst xmlns:a="http://schemas.openxmlformats.org/drawingml/2006/main">
              <a:ext uri="{FF2B5EF4-FFF2-40B4-BE49-F238E27FC236}">
                <a16:creationId xmlns:a16="http://schemas.microsoft.com/office/drawing/2014/main" id="{1581865C-5812-4536-99F5-7028AC23BA03}"/>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The learner traces one vendor request and explains why it belongs to that service.</a:t>
            </a:r>
          </a:p>
        </p:txBody>
      </p:sp>
    </p:spTree>
    <p:extLst>
      <p:ext uri="{BB962C8B-B14F-4D97-AF65-F5344CB8AC3E}">
        <p14:creationId xmlns:p14="http://schemas.microsoft.com/office/powerpoint/2010/main" val="8536225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y 2  /  Vendor &amp; Cookie Analysis">
            <a:extLst xmlns:a="http://schemas.openxmlformats.org/drawingml/2006/main">
              <a:ext uri="{FF2B5EF4-FFF2-40B4-BE49-F238E27FC236}">
                <a16:creationId xmlns:a16="http://schemas.microsoft.com/office/drawing/2014/main" id="{F6855958-B16E-4DF7-A021-1FC88857DF24}"/>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87E8B"/>
                </a:solidFill>
                <a:latin typeface="Lato"/>
                <a:ea typeface="Lato"/>
                <a:cs typeface="Lato"/>
              </a:defRPr>
            </a:defPPr>
          </a:lstStyle>
          <a:p xmlns:a="http://schemas.openxmlformats.org/drawingml/2006/main">
            <a:pPr algn="l">
              <a:defRPr sz="1275" b="1">
                <a:solidFill>
                  <a:srgbClr val="087E8B"/>
                </a:solidFill>
                <a:latin typeface="Lato"/>
                <a:ea typeface="Lato"/>
                <a:cs typeface="Lato"/>
              </a:defRPr>
            </a:pPr>
            <a:r>
              <a:rPr sz="1275" b="1">
                <a:solidFill>
                  <a:srgbClr val="087E8B"/>
                </a:solidFill>
                <a:latin typeface="Lato"/>
                <a:ea typeface="Lato"/>
                <a:cs typeface="Lato"/>
              </a:rPr>
              <a:t>Day 2  /  Vendor &amp; Cookie Analysis</a:t>
            </a:r>
          </a:p>
        </p:txBody>
      </p:sp>
      <p:sp>
        <p:nvSpPr>
          <p:cNvPr id="2" name="Cookies, Web Storage, and response headers">
            <a:extLst xmlns:a="http://schemas.openxmlformats.org/drawingml/2006/main">
              <a:ext uri="{FF2B5EF4-FFF2-40B4-BE49-F238E27FC236}">
                <a16:creationId xmlns:a16="http://schemas.microsoft.com/office/drawing/2014/main" id="{18B36397-0A42-41D7-B7B7-738546A3F456}"/>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Cookies, Web Storage, and response headers</a:t>
            </a:r>
          </a:p>
        </p:txBody>
      </p:sp>
      <p:sp>
        <p:nvSpPr>
          <p:cNvPr id="3" name="">
            <a:extLst xmlns:a="http://schemas.openxmlformats.org/drawingml/2006/main">
              <a:ext uri="{FF2B5EF4-FFF2-40B4-BE49-F238E27FC236}">
                <a16:creationId xmlns:a16="http://schemas.microsoft.com/office/drawing/2014/main" id="{9C62DA6A-72A9-4856-AC43-063AFBCD255A}"/>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11BED641-1545-4E8B-B0B7-C4BFB87D5930}"/>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14">
            <a:extLst xmlns:a="http://schemas.openxmlformats.org/drawingml/2006/main">
              <a:ext uri="{FF2B5EF4-FFF2-40B4-BE49-F238E27FC236}">
                <a16:creationId xmlns:a16="http://schemas.microsoft.com/office/drawing/2014/main" id="{F5377957-7307-4BA2-B868-5A68264B7DDC}"/>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14</a:t>
            </a:r>
          </a:p>
        </p:txBody>
      </p:sp>
      <p:graphicFrame>
        <p:nvGraphicFramePr>
          <p:cNvPr id="6" name="">
            <a:extLst xmlns:a="http://schemas.openxmlformats.org/drawingml/2006/main">
              <a:ext uri="{FF2B5EF4-FFF2-40B4-BE49-F238E27FC236}">
                <a16:creationId xmlns:a16="http://schemas.microsoft.com/office/drawing/2014/main" id="{78224FAB-0F70-4615-A99C-3DB5148AB5B5}"/>
              </a:ext>
            </a:extLst>
          </p:cNvPr>
          <p:cNvGraphicFramePr/>
          <p:nvPr/>
        </p:nvGraphicFramePr>
        <p:xfrm>
          <a:off xmlns:a="http://schemas.openxmlformats.org/drawingml/2006/main" x="609600" y="1724025"/>
          <a:ext xmlns:a="http://schemas.openxmlformats.org/drawingml/2006/main" cx="10972800" cy="3714750"/>
        </p:xfrm>
        <a:graphic xmlns:a="http://schemas.openxmlformats.org/drawingml/2006/main">
          <a:graphicData uri="http://schemas.openxmlformats.org/drawingml/2006/table">
            <a:tbl>
              <a:tblPr/>
              <a:tblGrid>
                <a:gridCol w="2428875"/>
                <a:gridCol w="4333875"/>
                <a:gridCol w="4210050"/>
              </a:tblGrid>
              <a:tr h="495300">
                <a:tc>
                  <a:txBody>
                    <a:bodyPr lIns="0" tIns="0" rIns="0" bIns="0">
                      <a:noAutofit/>
                    </a:bodyPr>
                    <a:lstStyle/>
                    <a:p>
                      <a:r>
                        <a:rPr sz="1725" b="1">
                          <a:solidFill>
                            <a:srgbClr val="FFFFFF"/>
                          </a:solidFill>
                          <a:latin typeface="Lato"/>
                          <a:ea typeface="Lato"/>
                          <a:cs typeface="Lato"/>
                        </a:rPr>
                        <a:t>Evidence type</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Practical meaning</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Attributes to record</a:t>
                      </a:r>
                    </a:p>
                  </a:txBody>
                  <a:tcPr marL="91440" marR="91440" marT="45720" marB="45720" anchor="ctr">
                    <a:solidFill>
                      <a:srgbClr val="142D4E"/>
                    </a:solidFill>
                  </a:tcPr>
                </a:tc>
              </a:tr>
              <a:tr h="804863">
                <a:tc>
                  <a:txBody>
                    <a:bodyPr lIns="0" tIns="0" rIns="0" bIns="0">
                      <a:noAutofit/>
                    </a:bodyPr>
                    <a:lstStyle/>
                    <a:p>
                      <a:r>
                        <a:rPr sz="1800" b="0">
                          <a:solidFill>
                            <a:srgbClr val="21344B"/>
                          </a:solidFill>
                          <a:latin typeface="Lato"/>
                          <a:ea typeface="Lato"/>
                          <a:cs typeface="Lato"/>
                        </a:rPr>
                        <a:t>Cookies</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May be sent on matching requests. HttpOnly limits JavaScript access.</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Name, domain, path, expiry, Secure, HttpOnly, SameSite</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localStorage</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Origin-scoped key/value storage that can persist across browser sessions.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Key, origin, purpose, and write/change timing</a:t>
                      </a:r>
                    </a:p>
                  </a:txBody>
                  <a:tcPr marL="91440" marR="91440" marT="45720" marB="45720" anchor="ctr">
                    <a:solidFill>
                      <a:srgbClr val="EFF4F8"/>
                    </a:solidFill>
                  </a:tcPr>
                </a:tc>
              </a:tr>
              <a:tr h="804863">
                <a:tc>
                  <a:txBody>
                    <a:bodyPr lIns="0" tIns="0" rIns="0" bIns="0">
                      <a:noAutofit/>
                    </a:bodyPr>
                    <a:lstStyle/>
                    <a:p>
                      <a:r>
                        <a:rPr sz="1800" b="0">
                          <a:solidFill>
                            <a:srgbClr val="21344B"/>
                          </a:solidFill>
                          <a:latin typeface="Lato"/>
                          <a:ea typeface="Lato"/>
                          <a:cs typeface="Lato"/>
                        </a:rPr>
                        <a:t>sessionStorage</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Origin- and tab-scoped storage for a page session.</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Key, origin, tab/session context, and timing</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Response headers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Set-Cookie shows a server instruction to set a cookie.</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Header attributes and whether the browser stored it</a:t>
                      </a:r>
                    </a:p>
                  </a:txBody>
                  <a:tcPr marL="91440" marR="91440" marT="45720" marB="45720" anchor="ctr">
                    <a:solidFill>
                      <a:srgbClr val="EFF4F8"/>
                    </a:solidFill>
                  </a:tcPr>
                </a:tc>
              </a:tr>
            </a:tbl>
          </a:graphicData>
        </a:graphic>
      </p:graphicFrame>
      <p:sp>
        <p:nvSpPr>
          <p:cNvPr id="7" name="">
            <a:extLst xmlns:a="http://schemas.openxmlformats.org/drawingml/2006/main">
              <a:ext uri="{FF2B5EF4-FFF2-40B4-BE49-F238E27FC236}">
                <a16:creationId xmlns:a16="http://schemas.microsoft.com/office/drawing/2014/main" id="{69924707-D8F0-4C79-8CE7-2E035F46AFB0}"/>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8" name="Learning point">
            <a:extLst xmlns:a="http://schemas.openxmlformats.org/drawingml/2006/main">
              <a:ext uri="{FF2B5EF4-FFF2-40B4-BE49-F238E27FC236}">
                <a16:creationId xmlns:a16="http://schemas.microsoft.com/office/drawing/2014/main" id="{EADF6E18-C4EC-48FC-8014-BBC105A87025}"/>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Learning point</a:t>
            </a:r>
          </a:p>
        </p:txBody>
      </p:sp>
      <p:sp>
        <p:nvSpPr>
          <p:cNvPr id="9" name="Inspect browser storage directly as well as network evidence. A S">
            <a:extLst xmlns:a="http://schemas.openxmlformats.org/drawingml/2006/main">
              <a:ext uri="{FF2B5EF4-FFF2-40B4-BE49-F238E27FC236}">
                <a16:creationId xmlns:a16="http://schemas.microsoft.com/office/drawing/2014/main" id="{C29EEC73-F5DA-4F6F-AAC9-85EB1C615A39}"/>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Inspect browser storage directly as well as network evidence. A Set-Cookie header alone does not prove storage.</a:t>
            </a:r>
          </a:p>
        </p:txBody>
      </p:sp>
    </p:spTree>
    <p:extLst>
      <p:ext uri="{BB962C8B-B14F-4D97-AF65-F5344CB8AC3E}">
        <p14:creationId xmlns:p14="http://schemas.microsoft.com/office/powerpoint/2010/main" val="14694411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y 2  /  Vendor &amp; Cookie Analysis">
            <a:extLst xmlns:a="http://schemas.openxmlformats.org/drawingml/2006/main">
              <a:ext uri="{FF2B5EF4-FFF2-40B4-BE49-F238E27FC236}">
                <a16:creationId xmlns:a16="http://schemas.microsoft.com/office/drawing/2014/main" id="{210C245E-F06A-4841-A496-054F4E162E7F}"/>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87E8B"/>
                </a:solidFill>
                <a:latin typeface="Lato"/>
                <a:ea typeface="Lato"/>
                <a:cs typeface="Lato"/>
              </a:defRPr>
            </a:defPPr>
          </a:lstStyle>
          <a:p xmlns:a="http://schemas.openxmlformats.org/drawingml/2006/main">
            <a:pPr algn="l">
              <a:defRPr sz="1275" b="1">
                <a:solidFill>
                  <a:srgbClr val="087E8B"/>
                </a:solidFill>
                <a:latin typeface="Lato"/>
                <a:ea typeface="Lato"/>
                <a:cs typeface="Lato"/>
              </a:defRPr>
            </a:pPr>
            <a:r>
              <a:rPr sz="1275" b="1">
                <a:solidFill>
                  <a:srgbClr val="087E8B"/>
                </a:solidFill>
                <a:latin typeface="Lato"/>
                <a:ea typeface="Lato"/>
                <a:cs typeface="Lato"/>
              </a:rPr>
              <a:t>Day 2  /  Vendor &amp; Cookie Analysis</a:t>
            </a:r>
          </a:p>
        </p:txBody>
      </p:sp>
      <p:sp>
        <p:nvSpPr>
          <p:cNvPr id="2" name="Documented-versus-observed cookie comparison">
            <a:extLst xmlns:a="http://schemas.openxmlformats.org/drawingml/2006/main">
              <a:ext uri="{FF2B5EF4-FFF2-40B4-BE49-F238E27FC236}">
                <a16:creationId xmlns:a16="http://schemas.microsoft.com/office/drawing/2014/main" id="{BDC8FB7B-D69D-4ED6-8689-266CB0676139}"/>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Documented-versus-observed cookie comparison</a:t>
            </a:r>
          </a:p>
        </p:txBody>
      </p:sp>
      <p:sp>
        <p:nvSpPr>
          <p:cNvPr id="3" name="">
            <a:extLst xmlns:a="http://schemas.openxmlformats.org/drawingml/2006/main">
              <a:ext uri="{FF2B5EF4-FFF2-40B4-BE49-F238E27FC236}">
                <a16:creationId xmlns:a16="http://schemas.microsoft.com/office/drawing/2014/main" id="{97CDF018-1AA2-40BF-9C8C-B1F44480261D}"/>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F1F22B78-77A9-4EE5-AF41-B740621DEBE3}"/>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15">
            <a:extLst xmlns:a="http://schemas.openxmlformats.org/drawingml/2006/main">
              <a:ext uri="{FF2B5EF4-FFF2-40B4-BE49-F238E27FC236}">
                <a16:creationId xmlns:a16="http://schemas.microsoft.com/office/drawing/2014/main" id="{3E324B45-BFE6-4BA3-9FF1-2ED0A9F693DC}"/>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15</a:t>
            </a:r>
          </a:p>
        </p:txBody>
      </p:sp>
      <p:graphicFrame>
        <p:nvGraphicFramePr>
          <p:cNvPr id="6" name="">
            <a:extLst xmlns:a="http://schemas.openxmlformats.org/drawingml/2006/main">
              <a:ext uri="{FF2B5EF4-FFF2-40B4-BE49-F238E27FC236}">
                <a16:creationId xmlns:a16="http://schemas.microsoft.com/office/drawing/2014/main" id="{606998DC-E4C1-4A32-AD82-EEC7BC74ADF5}"/>
              </a:ext>
            </a:extLst>
          </p:cNvPr>
          <p:cNvGraphicFramePr/>
          <p:nvPr/>
        </p:nvGraphicFramePr>
        <p:xfrm>
          <a:off xmlns:a="http://schemas.openxmlformats.org/drawingml/2006/main" x="609600" y="1724025"/>
          <a:ext xmlns:a="http://schemas.openxmlformats.org/drawingml/2006/main" cx="10972800" cy="3714750"/>
        </p:xfrm>
        <a:graphic xmlns:a="http://schemas.openxmlformats.org/drawingml/2006/main">
          <a:graphicData uri="http://schemas.openxmlformats.org/drawingml/2006/table">
            <a:tbl>
              <a:tblPr/>
              <a:tblGrid>
                <a:gridCol w="2524125"/>
                <a:gridCol w="4219575"/>
                <a:gridCol w="4229100"/>
              </a:tblGrid>
              <a:tr h="495300">
                <a:tc>
                  <a:txBody>
                    <a:bodyPr lIns="0" tIns="0" rIns="0" bIns="0">
                      <a:noAutofit/>
                    </a:bodyPr>
                    <a:lstStyle/>
                    <a:p>
                      <a:r>
                        <a:rPr sz="1725" b="1">
                          <a:solidFill>
                            <a:srgbClr val="FFFFFF"/>
                          </a:solidFill>
                          <a:latin typeface="Lato"/>
                          <a:ea typeface="Lato"/>
                          <a:cs typeface="Lato"/>
                        </a:rPr>
                        <a:t>Comparison area</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Documented expectation</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Browser observation to capture</a:t>
                      </a:r>
                    </a:p>
                  </a:txBody>
                  <a:tcPr marL="91440" marR="91440" marT="45720" marB="45720" anchor="ctr">
                    <a:solidFill>
                      <a:srgbClr val="142D4E"/>
                    </a:solidFill>
                  </a:tcPr>
                </a:tc>
              </a:tr>
              <a:tr h="804863">
                <a:tc>
                  <a:txBody>
                    <a:bodyPr lIns="0" tIns="0" rIns="0" bIns="0">
                      <a:noAutofit/>
                    </a:bodyPr>
                    <a:lstStyle/>
                    <a:p>
                      <a:r>
                        <a:rPr sz="1800" b="0">
                          <a:solidFill>
                            <a:srgbClr val="21344B"/>
                          </a:solidFill>
                          <a:latin typeface="Lato"/>
                          <a:ea typeface="Lato"/>
                          <a:cs typeface="Lato"/>
                        </a:rPr>
                        <a:t>Identity and purpose</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Cookie/key pattern, vendor purpose, and documentation source</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Actual name, storage type, endpoint association, and evidence</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Scope and lifetime</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Domain/path, origin, expiry or session behaviour</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Actual scope and configured lifetime in the tested context</a:t>
                      </a:r>
                    </a:p>
                  </a:txBody>
                  <a:tcPr marL="91440" marR="91440" marT="45720" marB="45720" anchor="ctr">
                    <a:solidFill>
                      <a:srgbClr val="EFF4F8"/>
                    </a:solidFill>
                  </a:tcPr>
                </a:tc>
              </a:tr>
              <a:tr h="804863">
                <a:tc>
                  <a:txBody>
                    <a:bodyPr lIns="0" tIns="0" rIns="0" bIns="0">
                      <a:noAutofit/>
                    </a:bodyPr>
                    <a:lstStyle/>
                    <a:p>
                      <a:r>
                        <a:rPr sz="1800" b="0">
                          <a:solidFill>
                            <a:srgbClr val="21344B"/>
                          </a:solidFill>
                          <a:latin typeface="Lato"/>
                          <a:ea typeface="Lato"/>
                          <a:cs typeface="Lato"/>
                        </a:rPr>
                        <a:t>Security and access</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Relevant Secure, HttpOnly, and SameSite attributes</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Observed attributes and browser restrictions</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Consent dependency</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Approved state, trigger, and expected activity</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New requests/writes per state, plus persisted storage</a:t>
                      </a:r>
                    </a:p>
                  </a:txBody>
                  <a:tcPr marL="91440" marR="91440" marT="45720" marB="45720" anchor="ctr">
                    <a:solidFill>
                      <a:srgbClr val="EFF4F8"/>
                    </a:solidFill>
                  </a:tcPr>
                </a:tc>
              </a:tr>
            </a:tbl>
          </a:graphicData>
        </a:graphic>
      </p:graphicFrame>
      <p:sp>
        <p:nvSpPr>
          <p:cNvPr id="7" name="">
            <a:extLst xmlns:a="http://schemas.openxmlformats.org/drawingml/2006/main">
              <a:ext uri="{FF2B5EF4-FFF2-40B4-BE49-F238E27FC236}">
                <a16:creationId xmlns:a16="http://schemas.microsoft.com/office/drawing/2014/main" id="{5DD8E839-415E-45CF-B898-B73DFA39F78E}"/>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8" name="Learning point">
            <a:extLst xmlns:a="http://schemas.openxmlformats.org/drawingml/2006/main">
              <a:ext uri="{FF2B5EF4-FFF2-40B4-BE49-F238E27FC236}">
                <a16:creationId xmlns:a16="http://schemas.microsoft.com/office/drawing/2014/main" id="{F92BA5DF-08CA-434B-85E2-DF8ABB7AE316}"/>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Learning point</a:t>
            </a:r>
          </a:p>
        </p:txBody>
      </p:sp>
      <p:sp>
        <p:nvSpPr>
          <p:cNvPr id="9" name="Document discrepancies with test context and uncertainty. Ask the">
            <a:extLst xmlns:a="http://schemas.openxmlformats.org/drawingml/2006/main">
              <a:ext uri="{FF2B5EF4-FFF2-40B4-BE49-F238E27FC236}">
                <a16:creationId xmlns:a16="http://schemas.microsoft.com/office/drawing/2014/main" id="{34A2BFD8-77BD-46E4-9A4C-9C904A53B84C}"/>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Document discrepancies with test context and uncertainty. Ask the relevant owner to confirm unresolved differences.</a:t>
            </a:r>
          </a:p>
        </p:txBody>
      </p:sp>
    </p:spTree>
    <p:extLst>
      <p:ext uri="{BB962C8B-B14F-4D97-AF65-F5344CB8AC3E}">
        <p14:creationId xmlns:p14="http://schemas.microsoft.com/office/powerpoint/2010/main" val="13412198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 2  /  Vendor &amp; Cookie Analysis">
            <a:extLst xmlns:a="http://schemas.openxmlformats.org/drawingml/2006/main">
              <a:ext uri="{FF2B5EF4-FFF2-40B4-BE49-F238E27FC236}">
                <a16:creationId xmlns:a16="http://schemas.microsoft.com/office/drawing/2014/main" id="{3E2C53EC-0671-40A1-8B63-9A691E6EE4AC}"/>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87E8B"/>
                </a:solidFill>
                <a:latin typeface="Lato"/>
                <a:ea typeface="Lato"/>
                <a:cs typeface="Lato"/>
              </a:defRPr>
            </a:defPPr>
          </a:lstStyle>
          <a:p xmlns:a="http://schemas.openxmlformats.org/drawingml/2006/main">
            <a:pPr algn="l">
              <a:defRPr sz="1275" b="1">
                <a:solidFill>
                  <a:srgbClr val="087E8B"/>
                </a:solidFill>
                <a:latin typeface="Lato"/>
                <a:ea typeface="Lato"/>
                <a:cs typeface="Lato"/>
              </a:defRPr>
            </a:pPr>
            <a:r>
              <a:rPr sz="1275" b="1">
                <a:solidFill>
                  <a:srgbClr val="087E8B"/>
                </a:solidFill>
                <a:latin typeface="Lato"/>
                <a:ea typeface="Lato"/>
                <a:cs typeface="Lato"/>
              </a:rPr>
              <a:t>Day 2  /  Vendor &amp; Cookie Analysis</a:t>
            </a:r>
          </a:p>
        </p:txBody>
      </p:sp>
      <p:sp>
        <p:nvSpPr>
          <p:cNvPr id="2" name="Day 2 practical session and learning check">
            <a:extLst xmlns:a="http://schemas.openxmlformats.org/drawingml/2006/main">
              <a:ext uri="{FF2B5EF4-FFF2-40B4-BE49-F238E27FC236}">
                <a16:creationId xmlns:a16="http://schemas.microsoft.com/office/drawing/2014/main" id="{24114C9B-F694-464D-9F17-E38598FCB2B0}"/>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Day 2 practical session and learning check</a:t>
            </a:r>
          </a:p>
        </p:txBody>
      </p:sp>
      <p:sp>
        <p:nvSpPr>
          <p:cNvPr id="3" name="">
            <a:extLst xmlns:a="http://schemas.openxmlformats.org/drawingml/2006/main">
              <a:ext uri="{FF2B5EF4-FFF2-40B4-BE49-F238E27FC236}">
                <a16:creationId xmlns:a16="http://schemas.microsoft.com/office/drawing/2014/main" id="{19629D4C-770D-450F-818B-40021659172D}"/>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7640401A-527C-4B11-AA62-7B9811B86E85}"/>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16">
            <a:extLst xmlns:a="http://schemas.openxmlformats.org/drawingml/2006/main">
              <a:ext uri="{FF2B5EF4-FFF2-40B4-BE49-F238E27FC236}">
                <a16:creationId xmlns:a16="http://schemas.microsoft.com/office/drawing/2014/main" id="{14D0EC12-8E14-4606-88A4-2050C0CB57F7}"/>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16</a:t>
            </a:r>
          </a:p>
        </p:txBody>
      </p:sp>
      <p:graphicFrame>
        <p:nvGraphicFramePr>
          <p:cNvPr id="6" name="">
            <a:extLst xmlns:a="http://schemas.openxmlformats.org/drawingml/2006/main">
              <a:ext uri="{FF2B5EF4-FFF2-40B4-BE49-F238E27FC236}">
                <a16:creationId xmlns:a16="http://schemas.microsoft.com/office/drawing/2014/main" id="{4A88C9A7-3865-4E10-BEE0-1991AB4C1789}"/>
              </a:ext>
            </a:extLst>
          </p:cNvPr>
          <p:cNvGraphicFramePr/>
          <p:nvPr/>
        </p:nvGraphicFramePr>
        <p:xfrm>
          <a:off xmlns:a="http://schemas.openxmlformats.org/drawingml/2006/main" x="609600" y="1724025"/>
          <a:ext xmlns:a="http://schemas.openxmlformats.org/drawingml/2006/main" cx="5238750" cy="3619500"/>
        </p:xfrm>
        <a:graphic xmlns:a="http://schemas.openxmlformats.org/drawingml/2006/main">
          <a:graphicData uri="http://schemas.openxmlformats.org/drawingml/2006/table">
            <a:tbl>
              <a:tblPr/>
              <a:tblGrid>
                <a:gridCol w="4095750"/>
                <a:gridCol w="1143000"/>
              </a:tblGrid>
              <a:tr h="457200">
                <a:tc>
                  <a:txBody>
                    <a:bodyPr lIns="0" tIns="0" rIns="0" bIns="0">
                      <a:noAutofit/>
                    </a:bodyPr>
                    <a:lstStyle/>
                    <a:p>
                      <a:r>
                        <a:rPr sz="1725" b="1">
                          <a:solidFill>
                            <a:srgbClr val="FFFFFF"/>
                          </a:solidFill>
                          <a:latin typeface="Lato"/>
                          <a:ea typeface="Lato"/>
                          <a:cs typeface="Lato"/>
                        </a:rPr>
                        <a:t>Planned session</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Minutes</a:t>
                      </a:r>
                    </a:p>
                  </a:txBody>
                  <a:tcPr marL="91440" marR="91440" marT="45720" marB="45720" anchor="ctr">
                    <a:solidFill>
                      <a:srgbClr val="142D4E"/>
                    </a:solidFill>
                  </a:tcPr>
                </a:tc>
              </a:tr>
              <a:tr h="632460">
                <a:tc>
                  <a:txBody>
                    <a:bodyPr lIns="0" tIns="0" rIns="0" bIns="0">
                      <a:noAutofit/>
                    </a:bodyPr>
                    <a:lstStyle/>
                    <a:p>
                      <a:r>
                        <a:rPr sz="1725" b="0">
                          <a:solidFill>
                            <a:srgbClr val="21344B"/>
                          </a:solidFill>
                          <a:latin typeface="Lato"/>
                          <a:ea typeface="Lato"/>
                          <a:cs typeface="Lato"/>
                        </a:rPr>
                        <a:t>Vendor purpose and classification</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45</a:t>
                      </a:r>
                    </a:p>
                  </a:txBody>
                  <a:tcPr marL="91440" marR="91440" marT="45720" marB="45720" anchor="ctr">
                    <a:solidFill>
                      <a:srgbClr val="FFFFFF"/>
                    </a:solidFill>
                  </a:tcPr>
                </a:tc>
              </a:tr>
              <a:tr h="632460">
                <a:tc>
                  <a:txBody>
                    <a:bodyPr lIns="0" tIns="0" rIns="0" bIns="0">
                      <a:noAutofit/>
                    </a:bodyPr>
                    <a:lstStyle/>
                    <a:p>
                      <a:r>
                        <a:rPr sz="1725" b="0">
                          <a:solidFill>
                            <a:srgbClr val="21344B"/>
                          </a:solidFill>
                          <a:latin typeface="Lato"/>
                          <a:ea typeface="Lato"/>
                          <a:cs typeface="Lato"/>
                        </a:rPr>
                        <a:t>Implementation and request inspection</a:t>
                      </a:r>
                    </a:p>
                  </a:txBody>
                  <a:tcPr marL="91440" marR="91440" marT="45720" marB="45720" anchor="ctr">
                    <a:solidFill>
                      <a:srgbClr val="EFF4F8"/>
                    </a:solidFill>
                  </a:tcPr>
                </a:tc>
                <a:tc>
                  <a:txBody>
                    <a:bodyPr lIns="0" tIns="0" rIns="0" bIns="0">
                      <a:noAutofit/>
                    </a:bodyPr>
                    <a:lstStyle/>
                    <a:p>
                      <a:r>
                        <a:rPr sz="1725" b="0">
                          <a:solidFill>
                            <a:srgbClr val="21344B"/>
                          </a:solidFill>
                          <a:latin typeface="Lato"/>
                          <a:ea typeface="Lato"/>
                          <a:cs typeface="Lato"/>
                        </a:rPr>
                        <a:t>60</a:t>
                      </a:r>
                    </a:p>
                  </a:txBody>
                  <a:tcPr marL="91440" marR="91440" marT="45720" marB="45720" anchor="ctr">
                    <a:solidFill>
                      <a:srgbClr val="EFF4F8"/>
                    </a:solidFill>
                  </a:tcPr>
                </a:tc>
              </a:tr>
              <a:tr h="632460">
                <a:tc>
                  <a:txBody>
                    <a:bodyPr lIns="0" tIns="0" rIns="0" bIns="0">
                      <a:noAutofit/>
                    </a:bodyPr>
                    <a:lstStyle/>
                    <a:p>
                      <a:r>
                        <a:rPr sz="1725" b="0">
                          <a:solidFill>
                            <a:srgbClr val="21344B"/>
                          </a:solidFill>
                          <a:latin typeface="Lato"/>
                          <a:ea typeface="Lato"/>
                          <a:cs typeface="Lato"/>
                        </a:rPr>
                        <a:t>Documentation and storage comparison</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60</a:t>
                      </a:r>
                    </a:p>
                  </a:txBody>
                  <a:tcPr marL="91440" marR="91440" marT="45720" marB="45720" anchor="ctr">
                    <a:solidFill>
                      <a:srgbClr val="FFFFFF"/>
                    </a:solidFill>
                  </a:tcPr>
                </a:tc>
              </a:tr>
              <a:tr h="632460">
                <a:tc>
                  <a:txBody>
                    <a:bodyPr lIns="0" tIns="0" rIns="0" bIns="0">
                      <a:noAutofit/>
                    </a:bodyPr>
                    <a:lstStyle/>
                    <a:p>
                      <a:r>
                        <a:rPr sz="1725" b="0">
                          <a:solidFill>
                            <a:srgbClr val="21344B"/>
                          </a:solidFill>
                          <a:latin typeface="Lato"/>
                          <a:ea typeface="Lato"/>
                          <a:cs typeface="Lato"/>
                        </a:rPr>
                        <a:t>Consent comparison walkthrough</a:t>
                      </a:r>
                    </a:p>
                  </a:txBody>
                  <a:tcPr marL="91440" marR="91440" marT="45720" marB="45720" anchor="ctr">
                    <a:solidFill>
                      <a:srgbClr val="EFF4F8"/>
                    </a:solidFill>
                  </a:tcPr>
                </a:tc>
                <a:tc>
                  <a:txBody>
                    <a:bodyPr lIns="0" tIns="0" rIns="0" bIns="0">
                      <a:noAutofit/>
                    </a:bodyPr>
                    <a:lstStyle/>
                    <a:p>
                      <a:r>
                        <a:rPr sz="1725" b="0">
                          <a:solidFill>
                            <a:srgbClr val="21344B"/>
                          </a:solidFill>
                          <a:latin typeface="Lato"/>
                          <a:ea typeface="Lato"/>
                          <a:cs typeface="Lato"/>
                        </a:rPr>
                        <a:t>45</a:t>
                      </a:r>
                    </a:p>
                  </a:txBody>
                  <a:tcPr marL="91440" marR="91440" marT="45720" marB="45720" anchor="ctr">
                    <a:solidFill>
                      <a:srgbClr val="EFF4F8"/>
                    </a:solidFill>
                  </a:tcPr>
                </a:tc>
              </a:tr>
              <a:tr h="632460">
                <a:tc>
                  <a:txBody>
                    <a:bodyPr lIns="0" tIns="0" rIns="0" bIns="0">
                      <a:noAutofit/>
                    </a:bodyPr>
                    <a:lstStyle/>
                    <a:p>
                      <a:r>
                        <a:rPr sz="1725" b="0">
                          <a:solidFill>
                            <a:srgbClr val="21344B"/>
                          </a:solidFill>
                          <a:latin typeface="Lato"/>
                          <a:ea typeface="Lato"/>
                          <a:cs typeface="Lato"/>
                        </a:rPr>
                        <a:t>Documentation review and recap</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30</a:t>
                      </a:r>
                    </a:p>
                  </a:txBody>
                  <a:tcPr marL="91440" marR="91440" marT="45720" marB="45720" anchor="ctr">
                    <a:solidFill>
                      <a:srgbClr val="FFFFFF"/>
                    </a:solidFill>
                  </a:tcPr>
                </a:tc>
              </a:tr>
            </a:tbl>
          </a:graphicData>
        </a:graphic>
      </p:graphicFrame>
      <p:sp>
        <p:nvSpPr>
          <p:cNvPr id="7" name="Walkthrough and learner output">
            <a:extLst xmlns:a="http://schemas.openxmlformats.org/drawingml/2006/main">
              <a:ext uri="{FF2B5EF4-FFF2-40B4-BE49-F238E27FC236}">
                <a16:creationId xmlns:a16="http://schemas.microsoft.com/office/drawing/2014/main" id="{373C2D0D-CEBF-4244-8A75-22FAE26131F4}"/>
              </a:ext>
            </a:extLst>
          </p:cNvPr>
          <p:cNvSpPr>
            <a:spLocks xmlns:a="http://schemas.openxmlformats.org/drawingml/2006/main" noGrp="1"/>
          </p:cNvSpPr>
          <p:nvPr/>
        </p:nvSpPr>
        <p:spPr>
          <a:xfrm xmlns:a="http://schemas.openxmlformats.org/drawingml/2006/main">
            <a:off x="6334125" y="17240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Walkthrough and learner output</a:t>
            </a:r>
          </a:p>
        </p:txBody>
      </p:sp>
      <p:sp>
        <p:nvSpPr>
          <p:cNvPr id="8" name="Investigate one approved training vendor in DevTools. Trace scrip">
            <a:extLst xmlns:a="http://schemas.openxmlformats.org/drawingml/2006/main">
              <a:ext uri="{FF2B5EF4-FFF2-40B4-BE49-F238E27FC236}">
                <a16:creationId xmlns:a16="http://schemas.microsoft.com/office/drawing/2014/main" id="{4C0643E3-9900-4D97-A939-636E943010F6}"/>
              </a:ext>
            </a:extLst>
          </p:cNvPr>
          <p:cNvSpPr>
            <a:spLocks xmlns:a="http://schemas.openxmlformats.org/drawingml/2006/main" noGrp="1"/>
          </p:cNvSpPr>
          <p:nvPr/>
        </p:nvSpPr>
        <p:spPr>
          <a:xfrm xmlns:a="http://schemas.openxmlformats.org/drawingml/2006/main">
            <a:off x="6334125" y="2295525"/>
            <a:ext cx="5238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algn="l">
              <a:defRPr sz="1875" b="0">
                <a:solidFill>
                  <a:srgbClr val="21344B"/>
                </a:solidFill>
                <a:latin typeface="Lato"/>
                <a:ea typeface="Lato"/>
                <a:cs typeface="Lato"/>
              </a:defRPr>
            </a:pPr>
            <a:r>
              <a:rPr sz="1875" b="0">
                <a:solidFill>
                  <a:srgbClr val="21344B"/>
                </a:solidFill>
                <a:latin typeface="Lato"/>
                <a:ea typeface="Lato"/>
                <a:cs typeface="Lato"/>
              </a:rPr>
              <a:t>Investigate one approved training vendor in DevTools. Trace scripts and requests, compare documentation with storage, and record consent-dependent activity.</a:t>
            </a:r>
          </a:p>
        </p:txBody>
      </p:sp>
      <p:sp>
        <p:nvSpPr>
          <p:cNvPr id="9" name="Learning check">
            <a:extLst xmlns:a="http://schemas.openxmlformats.org/drawingml/2006/main">
              <a:ext uri="{FF2B5EF4-FFF2-40B4-BE49-F238E27FC236}">
                <a16:creationId xmlns:a16="http://schemas.microsoft.com/office/drawing/2014/main" id="{928AF7EF-D493-41B9-86D0-401A0BCAF6B6}"/>
              </a:ext>
            </a:extLst>
          </p:cNvPr>
          <p:cNvSpPr>
            <a:spLocks xmlns:a="http://schemas.openxmlformats.org/drawingml/2006/main" noGrp="1"/>
          </p:cNvSpPr>
          <p:nvPr/>
        </p:nvSpPr>
        <p:spPr>
          <a:xfrm xmlns:a="http://schemas.openxmlformats.org/drawingml/2006/main">
            <a:off x="6334125" y="39243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D4E"/>
                </a:solidFill>
                <a:latin typeface="Lato"/>
                <a:ea typeface="Lato"/>
                <a:cs typeface="Lato"/>
              </a:defRPr>
            </a:defPPr>
          </a:lstStyle>
          <a:p xmlns:a="http://schemas.openxmlformats.org/drawingml/2006/main">
            <a:pPr algn="l">
              <a:defRPr sz="1950" b="1">
                <a:solidFill>
                  <a:srgbClr val="142D4E"/>
                </a:solidFill>
                <a:latin typeface="Lato"/>
                <a:ea typeface="Lato"/>
                <a:cs typeface="Lato"/>
              </a:defRPr>
            </a:pPr>
            <a:r>
              <a:rPr sz="1950" b="1">
                <a:solidFill>
                  <a:srgbClr val="142D4E"/>
                </a:solidFill>
                <a:latin typeface="Lato"/>
                <a:ea typeface="Lato"/>
                <a:cs typeface="Lato"/>
              </a:rPr>
              <a:t>Learning check</a:t>
            </a:r>
          </a:p>
        </p:txBody>
      </p:sp>
      <p:sp>
        <p:nvSpPr>
          <p:cNvPr id="10" name="Produce a vendor implementation record with a documented-versus-o">
            <a:extLst xmlns:a="http://schemas.openxmlformats.org/drawingml/2006/main">
              <a:ext uri="{FF2B5EF4-FFF2-40B4-BE49-F238E27FC236}">
                <a16:creationId xmlns:a16="http://schemas.microsoft.com/office/drawing/2014/main" id="{4B153711-34F9-48CB-B17C-DF6E163CBB28}"/>
              </a:ext>
            </a:extLst>
          </p:cNvPr>
          <p:cNvSpPr>
            <a:spLocks xmlns:a="http://schemas.openxmlformats.org/drawingml/2006/main" noGrp="1"/>
          </p:cNvSpPr>
          <p:nvPr/>
        </p:nvSpPr>
        <p:spPr>
          <a:xfrm xmlns:a="http://schemas.openxmlformats.org/drawingml/2006/main">
            <a:off x="6334125" y="4381500"/>
            <a:ext cx="5238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algn="l">
              <a:defRPr sz="1875" b="0">
                <a:solidFill>
                  <a:srgbClr val="21344B"/>
                </a:solidFill>
                <a:latin typeface="Lato"/>
                <a:ea typeface="Lato"/>
                <a:cs typeface="Lato"/>
              </a:defRPr>
            </a:pPr>
            <a:r>
              <a:rPr sz="1875" b="0">
                <a:solidFill>
                  <a:srgbClr val="21344B"/>
                </a:solidFill>
                <a:latin typeface="Lato"/>
                <a:ea typeface="Lato"/>
                <a:cs typeface="Lato"/>
              </a:rPr>
              <a:t>Produce a vendor implementation record with a documented-versus-observed storage comparison.</a:t>
            </a:r>
          </a:p>
        </p:txBody>
      </p:sp>
      <p:sp>
        <p:nvSpPr>
          <p:cNvPr id="11" name="">
            <a:extLst xmlns:a="http://schemas.openxmlformats.org/drawingml/2006/main">
              <a:ext uri="{FF2B5EF4-FFF2-40B4-BE49-F238E27FC236}">
                <a16:creationId xmlns:a16="http://schemas.microsoft.com/office/drawing/2014/main" id="{186C097C-6ADB-4CE5-B4D2-2270C8F3D21E}"/>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12" name="Expected outcome">
            <a:extLst xmlns:a="http://schemas.openxmlformats.org/drawingml/2006/main">
              <a:ext uri="{FF2B5EF4-FFF2-40B4-BE49-F238E27FC236}">
                <a16:creationId xmlns:a16="http://schemas.microsoft.com/office/drawing/2014/main" id="{800EC4D0-FE5E-475B-A1DE-177F08E2D0E4}"/>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Expected outcome</a:t>
            </a:r>
          </a:p>
        </p:txBody>
      </p:sp>
      <p:sp>
        <p:nvSpPr>
          <p:cNvPr id="13" name="Understand how to investigate vendor implementations and document">
            <a:extLst xmlns:a="http://schemas.openxmlformats.org/drawingml/2006/main">
              <a:ext uri="{FF2B5EF4-FFF2-40B4-BE49-F238E27FC236}">
                <a16:creationId xmlns:a16="http://schemas.microsoft.com/office/drawing/2014/main" id="{0DB42896-DD56-42E3-A717-9C13D499CEC1}"/>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Understand how to investigate vendor implementations and document their associated tracking technologies.</a:t>
            </a:r>
          </a:p>
        </p:txBody>
      </p:sp>
    </p:spTree>
    <p:extLst>
      <p:ext uri="{BB962C8B-B14F-4D97-AF65-F5344CB8AC3E}">
        <p14:creationId xmlns:p14="http://schemas.microsoft.com/office/powerpoint/2010/main" val="169848187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y 3  /  ObservePoint Configuration">
            <a:extLst xmlns:a="http://schemas.openxmlformats.org/drawingml/2006/main">
              <a:ext uri="{FF2B5EF4-FFF2-40B4-BE49-F238E27FC236}">
                <a16:creationId xmlns:a16="http://schemas.microsoft.com/office/drawing/2014/main" id="{A8B8634A-9933-420B-AC91-7F9BFC2FB863}"/>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157A6"/>
                </a:solidFill>
                <a:latin typeface="Lato"/>
                <a:ea typeface="Lato"/>
                <a:cs typeface="Lato"/>
              </a:defRPr>
            </a:defPPr>
          </a:lstStyle>
          <a:p xmlns:a="http://schemas.openxmlformats.org/drawingml/2006/main">
            <a:pPr algn="l">
              <a:defRPr sz="1275" b="1">
                <a:solidFill>
                  <a:srgbClr val="6157A6"/>
                </a:solidFill>
                <a:latin typeface="Lato"/>
                <a:ea typeface="Lato"/>
                <a:cs typeface="Lato"/>
              </a:defRPr>
            </a:pPr>
            <a:r>
              <a:rPr sz="1275" b="1">
                <a:solidFill>
                  <a:srgbClr val="6157A6"/>
                </a:solidFill>
                <a:latin typeface="Lato"/>
                <a:ea typeface="Lato"/>
                <a:cs typeface="Lato"/>
              </a:rPr>
              <a:t>Day 3  /  ObservePoint Configuration</a:t>
            </a:r>
          </a:p>
        </p:txBody>
      </p:sp>
      <p:sp>
        <p:nvSpPr>
          <p:cNvPr id="2" name="ObservePoint components and audit structure">
            <a:extLst xmlns:a="http://schemas.openxmlformats.org/drawingml/2006/main">
              <a:ext uri="{FF2B5EF4-FFF2-40B4-BE49-F238E27FC236}">
                <a16:creationId xmlns:a16="http://schemas.microsoft.com/office/drawing/2014/main" id="{475A3DDF-FF90-405F-9A47-8BC2FE784EEA}"/>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ObservePoint components and audit structure</a:t>
            </a:r>
          </a:p>
        </p:txBody>
      </p:sp>
      <p:sp>
        <p:nvSpPr>
          <p:cNvPr id="3" name="">
            <a:extLst xmlns:a="http://schemas.openxmlformats.org/drawingml/2006/main">
              <a:ext uri="{FF2B5EF4-FFF2-40B4-BE49-F238E27FC236}">
                <a16:creationId xmlns:a16="http://schemas.microsoft.com/office/drawing/2014/main" id="{C34666D6-81A6-4C43-8FAA-5227191C8818}"/>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C60A67D6-CA7E-4264-B767-0D50066D3043}"/>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17">
            <a:extLst xmlns:a="http://schemas.openxmlformats.org/drawingml/2006/main">
              <a:ext uri="{FF2B5EF4-FFF2-40B4-BE49-F238E27FC236}">
                <a16:creationId xmlns:a16="http://schemas.microsoft.com/office/drawing/2014/main" id="{AE7EA7FB-435E-4902-A893-754FBB10A59E}"/>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17</a:t>
            </a:r>
          </a:p>
        </p:txBody>
      </p:sp>
      <p:graphicFrame>
        <p:nvGraphicFramePr>
          <p:cNvPr id="6" name="">
            <a:extLst xmlns:a="http://schemas.openxmlformats.org/drawingml/2006/main">
              <a:ext uri="{FF2B5EF4-FFF2-40B4-BE49-F238E27FC236}">
                <a16:creationId xmlns:a16="http://schemas.microsoft.com/office/drawing/2014/main" id="{70157CE3-83AE-442D-BC08-A2811FAB0694}"/>
              </a:ext>
            </a:extLst>
          </p:cNvPr>
          <p:cNvGraphicFramePr/>
          <p:nvPr/>
        </p:nvGraphicFramePr>
        <p:xfrm>
          <a:off xmlns:a="http://schemas.openxmlformats.org/drawingml/2006/main" x="609600" y="1724025"/>
          <a:ext xmlns:a="http://schemas.openxmlformats.org/drawingml/2006/main" cx="10972800" cy="3714750"/>
        </p:xfrm>
        <a:graphic xmlns:a="http://schemas.openxmlformats.org/drawingml/2006/main">
          <a:graphicData uri="http://schemas.openxmlformats.org/drawingml/2006/table">
            <a:tbl>
              <a:tblPr/>
              <a:tblGrid>
                <a:gridCol w="2286000"/>
                <a:gridCol w="4543425"/>
                <a:gridCol w="4143375"/>
              </a:tblGrid>
              <a:tr h="495300">
                <a:tc>
                  <a:txBody>
                    <a:bodyPr lIns="0" tIns="0" rIns="0" bIns="0">
                      <a:noAutofit/>
                    </a:bodyPr>
                    <a:lstStyle/>
                    <a:p>
                      <a:r>
                        <a:rPr sz="1725" b="1">
                          <a:solidFill>
                            <a:srgbClr val="FFFFFF"/>
                          </a:solidFill>
                          <a:latin typeface="Lato"/>
                          <a:ea typeface="Lato"/>
                          <a:cs typeface="Lato"/>
                        </a:rPr>
                        <a:t>Component</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Training purpose</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Record to maintain</a:t>
                      </a:r>
                    </a:p>
                  </a:txBody>
                  <a:tcPr marL="91440" marR="91440" marT="45720" marB="45720" anchor="ctr">
                    <a:solidFill>
                      <a:srgbClr val="142D4E"/>
                    </a:solidFill>
                  </a:tcPr>
                </a:tc>
              </a:tr>
              <a:tr h="804863">
                <a:tc>
                  <a:txBody>
                    <a:bodyPr lIns="0" tIns="0" rIns="0" bIns="0">
                      <a:noAutofit/>
                    </a:bodyPr>
                    <a:lstStyle/>
                    <a:p>
                      <a:r>
                        <a:rPr sz="1800" b="0">
                          <a:solidFill>
                            <a:srgbClr val="21344B"/>
                          </a:solidFill>
                          <a:latin typeface="Lato"/>
                          <a:ea typeface="Lato"/>
                          <a:cs typeface="Lato"/>
                        </a:rPr>
                        <a:t>Audit</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Examine a defined page set under configured browser and action settings.</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Scope, URL source, settings, consent scenario, and owner</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Journey</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Model an ordered interaction flow with step-level expectations.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Navigation/actions, triggers, and success checks</a:t>
                      </a:r>
                    </a:p>
                  </a:txBody>
                  <a:tcPr marL="91440" marR="91440" marT="45720" marB="45720" anchor="ctr">
                    <a:solidFill>
                      <a:srgbClr val="EFF4F8"/>
                    </a:solidFill>
                  </a:tcPr>
                </a:tc>
              </a:tr>
              <a:tr h="804863">
                <a:tc>
                  <a:txBody>
                    <a:bodyPr lIns="0" tIns="0" rIns="0" bIns="0">
                      <a:noAutofit/>
                    </a:bodyPr>
                    <a:lstStyle/>
                    <a:p>
                      <a:r>
                        <a:rPr sz="1800" b="0">
                          <a:solidFill>
                            <a:srgbClr val="21344B"/>
                          </a:solidFill>
                          <a:latin typeface="Lato"/>
                          <a:ea typeface="Lato"/>
                          <a:cs typeface="Lato"/>
                        </a:rPr>
                        <a:t>Tags and custom data</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Identify supported technologies and collect approved additional data.</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Detector intent, variables, and evidence source</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Rules and results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Apply expected behaviour to eligible pages and interpret outcomes.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Rule scope, expected condition, run, and result</a:t>
                      </a:r>
                    </a:p>
                  </a:txBody>
                  <a:tcPr marL="91440" marR="91440" marT="45720" marB="45720" anchor="ctr">
                    <a:solidFill>
                      <a:srgbClr val="EFF4F8"/>
                    </a:solidFill>
                  </a:tcPr>
                </a:tc>
              </a:tr>
            </a:tbl>
          </a:graphicData>
        </a:graphic>
      </p:graphicFrame>
      <p:sp>
        <p:nvSpPr>
          <p:cNvPr id="7" name="">
            <a:extLst xmlns:a="http://schemas.openxmlformats.org/drawingml/2006/main">
              <a:ext uri="{FF2B5EF4-FFF2-40B4-BE49-F238E27FC236}">
                <a16:creationId xmlns:a16="http://schemas.microsoft.com/office/drawing/2014/main" id="{4AC2AE1A-0079-422F-8BFD-4BB6EA19E2A5}"/>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8" name="Learning point">
            <a:extLst xmlns:a="http://schemas.openxmlformats.org/drawingml/2006/main">
              <a:ext uri="{FF2B5EF4-FFF2-40B4-BE49-F238E27FC236}">
                <a16:creationId xmlns:a16="http://schemas.microsoft.com/office/drawing/2014/main" id="{2D5227BA-0041-40B6-A849-EB4065100E81}"/>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Learning point</a:t>
            </a:r>
          </a:p>
        </p:txBody>
      </p:sp>
      <p:sp>
        <p:nvSpPr>
          <p:cNvPr id="9" name="Training uses an approved audit configuration and available accou">
            <a:extLst xmlns:a="http://schemas.openxmlformats.org/drawingml/2006/main">
              <a:ext uri="{FF2B5EF4-FFF2-40B4-BE49-F238E27FC236}">
                <a16:creationId xmlns:a16="http://schemas.microsoft.com/office/drawing/2014/main" id="{04BAECB8-6FB9-4B83-B7D0-F2C1E354AD8C}"/>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Training uses an approved audit configuration and available account features.</a:t>
            </a:r>
          </a:p>
        </p:txBody>
      </p:sp>
    </p:spTree>
    <p:extLst>
      <p:ext uri="{BB962C8B-B14F-4D97-AF65-F5344CB8AC3E}">
        <p14:creationId xmlns:p14="http://schemas.microsoft.com/office/powerpoint/2010/main" val="199223802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C746664C-05D8-45BB-8BA8-4292D0B5BDB4}"/>
              </a:ext>
            </a:extLst>
          </p:cNvPr>
          <p:cNvCxnSpPr>
            <a:stCxn xmlns:a="http://schemas.openxmlformats.org/drawingml/2006/main" id="12" idx="3"/>
            <a:endCxn xmlns:a="http://schemas.openxmlformats.org/drawingml/2006/main" id="15" idx="1"/>
          </p:cNvCxnSpPr>
          <p:nvPr/>
        </p:nvCxnSpPr>
        <p:spPr>
          <a:xfrm xmlns:a="http://schemas.openxmlformats.org/drawingml/2006/main">
            <a:off x="8758238"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30165C8B-AFB0-404A-BACC-F799DA775476}"/>
              </a:ext>
            </a:extLst>
          </p:cNvPr>
          <p:cNvCxnSpPr>
            <a:stCxn xmlns:a="http://schemas.openxmlformats.org/drawingml/2006/main" id="9" idx="3"/>
            <a:endCxn xmlns:a="http://schemas.openxmlformats.org/drawingml/2006/main" id="12" idx="1"/>
          </p:cNvCxnSpPr>
          <p:nvPr/>
        </p:nvCxnSpPr>
        <p:spPr>
          <a:xfrm xmlns:a="http://schemas.openxmlformats.org/drawingml/2006/main">
            <a:off x="5934076" y="2857500"/>
            <a:ext cx="323849"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3CE018CA-9097-4F2E-AA24-FBC54D3F3B4C}"/>
              </a:ext>
            </a:extLst>
          </p:cNvPr>
          <p:cNvCxnSpPr>
            <a:stCxn xmlns:a="http://schemas.openxmlformats.org/drawingml/2006/main" id="6" idx="3"/>
            <a:endCxn xmlns:a="http://schemas.openxmlformats.org/drawingml/2006/main" id="9" idx="1"/>
          </p:cNvCxnSpPr>
          <p:nvPr/>
        </p:nvCxnSpPr>
        <p:spPr>
          <a:xfrm xmlns:a="http://schemas.openxmlformats.org/drawingml/2006/main">
            <a:off x="3109913"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sp>
        <p:nvSpPr>
          <p:cNvPr id="24" name="Day 3  /  ObservePoint Configuration">
            <a:extLst xmlns:a="http://schemas.openxmlformats.org/drawingml/2006/main">
              <a:ext uri="{FF2B5EF4-FFF2-40B4-BE49-F238E27FC236}">
                <a16:creationId xmlns:a16="http://schemas.microsoft.com/office/drawing/2014/main" id="{0E448F3A-A112-4CDD-8E9D-3672F29F373A}"/>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157A6"/>
                </a:solidFill>
                <a:latin typeface="Lato"/>
                <a:ea typeface="Lato"/>
                <a:cs typeface="Lato"/>
              </a:defRPr>
            </a:defPPr>
          </a:lstStyle>
          <a:p xmlns:a="http://schemas.openxmlformats.org/drawingml/2006/main">
            <a:pPr algn="l">
              <a:defRPr sz="1275" b="1">
                <a:solidFill>
                  <a:srgbClr val="6157A6"/>
                </a:solidFill>
                <a:latin typeface="Lato"/>
                <a:ea typeface="Lato"/>
                <a:cs typeface="Lato"/>
              </a:defRPr>
            </a:pPr>
            <a:r>
              <a:rPr sz="1275" b="1">
                <a:solidFill>
                  <a:srgbClr val="6157A6"/>
                </a:solidFill>
                <a:latin typeface="Lato"/>
                <a:ea typeface="Lato"/>
                <a:cs typeface="Lato"/>
              </a:rPr>
              <a:t>Day 3  /  ObservePoint Configuration</a:t>
            </a:r>
          </a:p>
        </p:txBody>
      </p:sp>
      <p:sp>
        <p:nvSpPr>
          <p:cNvPr id="2" name="URL coverage and audit configuration">
            <a:extLst xmlns:a="http://schemas.openxmlformats.org/drawingml/2006/main">
              <a:ext uri="{FF2B5EF4-FFF2-40B4-BE49-F238E27FC236}">
                <a16:creationId xmlns:a16="http://schemas.microsoft.com/office/drawing/2014/main" id="{6F5CA1F1-8E56-48C1-BFAA-25A73C162E14}"/>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URL coverage and audit configuration</a:t>
            </a:r>
          </a:p>
        </p:txBody>
      </p:sp>
      <p:sp>
        <p:nvSpPr>
          <p:cNvPr id="3" name="">
            <a:extLst xmlns:a="http://schemas.openxmlformats.org/drawingml/2006/main">
              <a:ext uri="{FF2B5EF4-FFF2-40B4-BE49-F238E27FC236}">
                <a16:creationId xmlns:a16="http://schemas.microsoft.com/office/drawing/2014/main" id="{FB389656-2340-4BFE-BB4B-2779780C192B}"/>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428F2BB2-CE5C-4936-9CD0-04A4DB1E3CFF}"/>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18">
            <a:extLst xmlns:a="http://schemas.openxmlformats.org/drawingml/2006/main">
              <a:ext uri="{FF2B5EF4-FFF2-40B4-BE49-F238E27FC236}">
                <a16:creationId xmlns:a16="http://schemas.microsoft.com/office/drawing/2014/main" id="{B3967E41-B909-4EFC-88A4-2E59FBB10514}"/>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18</a:t>
            </a:r>
          </a:p>
        </p:txBody>
      </p:sp>
      <p:sp>
        <p:nvSpPr>
          <p:cNvPr id="6" name="Define coverage">
            <a:extLst xmlns:a="http://schemas.openxmlformats.org/drawingml/2006/main">
              <a:ext uri="{FF2B5EF4-FFF2-40B4-BE49-F238E27FC236}">
                <a16:creationId xmlns:a16="http://schemas.microsoft.com/office/drawing/2014/main" id="{68AD0C70-50BF-4B39-B7C2-AFD13D0A99BC}"/>
              </a:ext>
            </a:extLst>
          </p:cNvPr>
          <p:cNvSpPr>
            <a:spLocks xmlns:a="http://schemas.openxmlformats.org/drawingml/2006/main" noGrp="1"/>
          </p:cNvSpPr>
          <p:nvPr/>
        </p:nvSpPr>
        <p:spPr>
          <a:xfrm xmlns:a="http://schemas.openxmlformats.org/drawingml/2006/main">
            <a:off x="609600"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Define coverage</a:t>
            </a:r>
          </a:p>
        </p:txBody>
      </p:sp>
      <p:sp>
        <p:nvSpPr>
          <p:cNvPr id="7" name="01">
            <a:extLst xmlns:a="http://schemas.openxmlformats.org/drawingml/2006/main">
              <a:ext uri="{FF2B5EF4-FFF2-40B4-BE49-F238E27FC236}">
                <a16:creationId xmlns:a16="http://schemas.microsoft.com/office/drawing/2014/main" id="{AC4A7FFC-F657-4D91-ABFE-2581B1411962}"/>
              </a:ext>
            </a:extLst>
          </p:cNvPr>
          <p:cNvSpPr>
            <a:spLocks xmlns:a="http://schemas.openxmlformats.org/drawingml/2006/main" noGrp="1"/>
          </p:cNvSpPr>
          <p:nvPr/>
        </p:nvSpPr>
        <p:spPr>
          <a:xfrm xmlns:a="http://schemas.openxmlformats.org/drawingml/2006/main">
            <a:off x="609600"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157A6"/>
                </a:solidFill>
                <a:latin typeface="Lato"/>
                <a:ea typeface="Lato"/>
                <a:cs typeface="Lato"/>
              </a:defRPr>
            </a:defPPr>
          </a:lstStyle>
          <a:p xmlns:a="http://schemas.openxmlformats.org/drawingml/2006/main">
            <a:pPr algn="l">
              <a:defRPr sz="1650" b="1">
                <a:solidFill>
                  <a:srgbClr val="6157A6"/>
                </a:solidFill>
                <a:latin typeface="Lato"/>
                <a:ea typeface="Lato"/>
                <a:cs typeface="Lato"/>
              </a:defRPr>
            </a:pPr>
            <a:r>
              <a:rPr sz="1650" b="1">
                <a:solidFill>
                  <a:srgbClr val="6157A6"/>
                </a:solidFill>
                <a:latin typeface="Lato"/>
                <a:ea typeface="Lato"/>
                <a:cs typeface="Lato"/>
              </a:rPr>
              <a:t>01</a:t>
            </a:r>
          </a:p>
        </p:txBody>
      </p:sp>
      <p:sp>
        <p:nvSpPr>
          <p:cNvPr id="8" name="Approved URLs, templates, domains, and exclusions.">
            <a:extLst xmlns:a="http://schemas.openxmlformats.org/drawingml/2006/main">
              <a:ext uri="{FF2B5EF4-FFF2-40B4-BE49-F238E27FC236}">
                <a16:creationId xmlns:a16="http://schemas.microsoft.com/office/drawing/2014/main" id="{473F76D4-E59C-476C-AEC6-D3390B8611CE}"/>
              </a:ext>
            </a:extLst>
          </p:cNvPr>
          <p:cNvSpPr>
            <a:spLocks xmlns:a="http://schemas.openxmlformats.org/drawingml/2006/main" noGrp="1"/>
          </p:cNvSpPr>
          <p:nvPr/>
        </p:nvSpPr>
        <p:spPr>
          <a:xfrm xmlns:a="http://schemas.openxmlformats.org/drawingml/2006/main">
            <a:off x="609600"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Approved URLs, templates, domains, and exclusions.</a:t>
            </a:r>
          </a:p>
        </p:txBody>
      </p:sp>
      <p:sp>
        <p:nvSpPr>
          <p:cNvPr id="9" name="Set audit options">
            <a:extLst xmlns:a="http://schemas.openxmlformats.org/drawingml/2006/main">
              <a:ext uri="{FF2B5EF4-FFF2-40B4-BE49-F238E27FC236}">
                <a16:creationId xmlns:a16="http://schemas.microsoft.com/office/drawing/2014/main" id="{948DD165-F0F0-42AE-822D-856FE9B8A6DA}"/>
              </a:ext>
            </a:extLst>
          </p:cNvPr>
          <p:cNvSpPr>
            <a:spLocks xmlns:a="http://schemas.openxmlformats.org/drawingml/2006/main" noGrp="1"/>
          </p:cNvSpPr>
          <p:nvPr/>
        </p:nvSpPr>
        <p:spPr>
          <a:xfrm xmlns:a="http://schemas.openxmlformats.org/drawingml/2006/main">
            <a:off x="3433763"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Set audit options</a:t>
            </a:r>
          </a:p>
        </p:txBody>
      </p:sp>
      <p:sp>
        <p:nvSpPr>
          <p:cNvPr id="10" name="02">
            <a:extLst xmlns:a="http://schemas.openxmlformats.org/drawingml/2006/main">
              <a:ext uri="{FF2B5EF4-FFF2-40B4-BE49-F238E27FC236}">
                <a16:creationId xmlns:a16="http://schemas.microsoft.com/office/drawing/2014/main" id="{B531A39D-A414-4655-888A-488F127B184F}"/>
              </a:ext>
            </a:extLst>
          </p:cNvPr>
          <p:cNvSpPr>
            <a:spLocks xmlns:a="http://schemas.openxmlformats.org/drawingml/2006/main" noGrp="1"/>
          </p:cNvSpPr>
          <p:nvPr/>
        </p:nvSpPr>
        <p:spPr>
          <a:xfrm xmlns:a="http://schemas.openxmlformats.org/drawingml/2006/main">
            <a:off x="3433763"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157A6"/>
                </a:solidFill>
                <a:latin typeface="Lato"/>
                <a:ea typeface="Lato"/>
                <a:cs typeface="Lato"/>
              </a:defRPr>
            </a:defPPr>
          </a:lstStyle>
          <a:p xmlns:a="http://schemas.openxmlformats.org/drawingml/2006/main">
            <a:pPr algn="l">
              <a:defRPr sz="1650" b="1">
                <a:solidFill>
                  <a:srgbClr val="6157A6"/>
                </a:solidFill>
                <a:latin typeface="Lato"/>
                <a:ea typeface="Lato"/>
                <a:cs typeface="Lato"/>
              </a:defRPr>
            </a:pPr>
            <a:r>
              <a:rPr sz="1650" b="1">
                <a:solidFill>
                  <a:srgbClr val="6157A6"/>
                </a:solidFill>
                <a:latin typeface="Lato"/>
                <a:ea typeface="Lato"/>
                <a:cs typeface="Lato"/>
              </a:rPr>
              <a:t>02</a:t>
            </a:r>
          </a:p>
        </p:txBody>
      </p:sp>
      <p:sp>
        <p:nvSpPr>
          <p:cNvPr id="11" name="Page limit, browser context, location, and URL source.">
            <a:extLst xmlns:a="http://schemas.openxmlformats.org/drawingml/2006/main">
              <a:ext uri="{FF2B5EF4-FFF2-40B4-BE49-F238E27FC236}">
                <a16:creationId xmlns:a16="http://schemas.microsoft.com/office/drawing/2014/main" id="{7EA3A9FA-F0BF-450E-955A-71DFE7BFBB71}"/>
              </a:ext>
            </a:extLst>
          </p:cNvPr>
          <p:cNvSpPr>
            <a:spLocks xmlns:a="http://schemas.openxmlformats.org/drawingml/2006/main" noGrp="1"/>
          </p:cNvSpPr>
          <p:nvPr/>
        </p:nvSpPr>
        <p:spPr>
          <a:xfrm xmlns:a="http://schemas.openxmlformats.org/drawingml/2006/main">
            <a:off x="3433763"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Page limit, browser context, location, and URL source.</a:t>
            </a:r>
          </a:p>
        </p:txBody>
      </p:sp>
      <p:sp>
        <p:nvSpPr>
          <p:cNvPr id="12" name="Attach actions/rules">
            <a:extLst xmlns:a="http://schemas.openxmlformats.org/drawingml/2006/main">
              <a:ext uri="{FF2B5EF4-FFF2-40B4-BE49-F238E27FC236}">
                <a16:creationId xmlns:a16="http://schemas.microsoft.com/office/drawing/2014/main" id="{A064715C-651A-474E-A873-C8016B607588}"/>
              </a:ext>
            </a:extLst>
          </p:cNvPr>
          <p:cNvSpPr>
            <a:spLocks xmlns:a="http://schemas.openxmlformats.org/drawingml/2006/main" noGrp="1"/>
          </p:cNvSpPr>
          <p:nvPr/>
        </p:nvSpPr>
        <p:spPr>
          <a:xfrm xmlns:a="http://schemas.openxmlformats.org/drawingml/2006/main">
            <a:off x="6257925"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Attach actions/rules</a:t>
            </a:r>
          </a:p>
        </p:txBody>
      </p:sp>
      <p:sp>
        <p:nvSpPr>
          <p:cNvPr id="13" name="03">
            <a:extLst xmlns:a="http://schemas.openxmlformats.org/drawingml/2006/main">
              <a:ext uri="{FF2B5EF4-FFF2-40B4-BE49-F238E27FC236}">
                <a16:creationId xmlns:a16="http://schemas.microsoft.com/office/drawing/2014/main" id="{EAFF9C73-C835-4AD9-8391-85692468F66B}"/>
              </a:ext>
            </a:extLst>
          </p:cNvPr>
          <p:cNvSpPr>
            <a:spLocks xmlns:a="http://schemas.openxmlformats.org/drawingml/2006/main" noGrp="1"/>
          </p:cNvSpPr>
          <p:nvPr/>
        </p:nvSpPr>
        <p:spPr>
          <a:xfrm xmlns:a="http://schemas.openxmlformats.org/drawingml/2006/main">
            <a:off x="6257925"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157A6"/>
                </a:solidFill>
                <a:latin typeface="Lato"/>
                <a:ea typeface="Lato"/>
                <a:cs typeface="Lato"/>
              </a:defRPr>
            </a:defPPr>
          </a:lstStyle>
          <a:p xmlns:a="http://schemas.openxmlformats.org/drawingml/2006/main">
            <a:pPr algn="l">
              <a:defRPr sz="1650" b="1">
                <a:solidFill>
                  <a:srgbClr val="6157A6"/>
                </a:solidFill>
                <a:latin typeface="Lato"/>
                <a:ea typeface="Lato"/>
                <a:cs typeface="Lato"/>
              </a:defRPr>
            </a:pPr>
            <a:r>
              <a:rPr sz="1650" b="1">
                <a:solidFill>
                  <a:srgbClr val="6157A6"/>
                </a:solidFill>
                <a:latin typeface="Lato"/>
                <a:ea typeface="Lato"/>
                <a:cs typeface="Lato"/>
              </a:rPr>
              <a:t>03</a:t>
            </a:r>
          </a:p>
        </p:txBody>
      </p:sp>
      <p:sp>
        <p:nvSpPr>
          <p:cNvPr id="14" name="Scenario actions plus the matching rule set.">
            <a:extLst xmlns:a="http://schemas.openxmlformats.org/drawingml/2006/main">
              <a:ext uri="{FF2B5EF4-FFF2-40B4-BE49-F238E27FC236}">
                <a16:creationId xmlns:a16="http://schemas.microsoft.com/office/drawing/2014/main" id="{18FA7E08-BB97-4388-BB68-B61F236223F8}"/>
              </a:ext>
            </a:extLst>
          </p:cNvPr>
          <p:cNvSpPr>
            <a:spLocks xmlns:a="http://schemas.openxmlformats.org/drawingml/2006/main" noGrp="1"/>
          </p:cNvSpPr>
          <p:nvPr/>
        </p:nvSpPr>
        <p:spPr>
          <a:xfrm xmlns:a="http://schemas.openxmlformats.org/drawingml/2006/main">
            <a:off x="6257925"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Scenario actions plus the matching rule set.</a:t>
            </a:r>
          </a:p>
        </p:txBody>
      </p:sp>
      <p:sp>
        <p:nvSpPr>
          <p:cNvPr id="15" name="Pilot and manage">
            <a:extLst xmlns:a="http://schemas.openxmlformats.org/drawingml/2006/main">
              <a:ext uri="{FF2B5EF4-FFF2-40B4-BE49-F238E27FC236}">
                <a16:creationId xmlns:a16="http://schemas.microsoft.com/office/drawing/2014/main" id="{6885682B-7CE4-4291-B3B0-2517CFE4CB81}"/>
              </a:ext>
            </a:extLst>
          </p:cNvPr>
          <p:cNvSpPr>
            <a:spLocks xmlns:a="http://schemas.openxmlformats.org/drawingml/2006/main" noGrp="1"/>
          </p:cNvSpPr>
          <p:nvPr/>
        </p:nvSpPr>
        <p:spPr>
          <a:xfrm xmlns:a="http://schemas.openxmlformats.org/drawingml/2006/main">
            <a:off x="9082088"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Pilot and manage</a:t>
            </a:r>
          </a:p>
        </p:txBody>
      </p:sp>
      <p:sp>
        <p:nvSpPr>
          <p:cNvPr id="16" name="04">
            <a:extLst xmlns:a="http://schemas.openxmlformats.org/drawingml/2006/main">
              <a:ext uri="{FF2B5EF4-FFF2-40B4-BE49-F238E27FC236}">
                <a16:creationId xmlns:a16="http://schemas.microsoft.com/office/drawing/2014/main" id="{0FC00F9D-CAA6-430E-9EF1-DA164B23600A}"/>
              </a:ext>
            </a:extLst>
          </p:cNvPr>
          <p:cNvSpPr>
            <a:spLocks xmlns:a="http://schemas.openxmlformats.org/drawingml/2006/main" noGrp="1"/>
          </p:cNvSpPr>
          <p:nvPr/>
        </p:nvSpPr>
        <p:spPr>
          <a:xfrm xmlns:a="http://schemas.openxmlformats.org/drawingml/2006/main">
            <a:off x="9082088"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157A6"/>
                </a:solidFill>
                <a:latin typeface="Lato"/>
                <a:ea typeface="Lato"/>
                <a:cs typeface="Lato"/>
              </a:defRPr>
            </a:defPPr>
          </a:lstStyle>
          <a:p xmlns:a="http://schemas.openxmlformats.org/drawingml/2006/main">
            <a:pPr algn="l">
              <a:defRPr sz="1650" b="1">
                <a:solidFill>
                  <a:srgbClr val="6157A6"/>
                </a:solidFill>
                <a:latin typeface="Lato"/>
                <a:ea typeface="Lato"/>
                <a:cs typeface="Lato"/>
              </a:defRPr>
            </a:pPr>
            <a:r>
              <a:rPr sz="1650" b="1">
                <a:solidFill>
                  <a:srgbClr val="6157A6"/>
                </a:solidFill>
                <a:latin typeface="Lato"/>
                <a:ea typeface="Lato"/>
                <a:cs typeface="Lato"/>
              </a:rPr>
              <a:t>04</a:t>
            </a:r>
          </a:p>
        </p:txBody>
      </p:sp>
      <p:sp>
        <p:nvSpPr>
          <p:cNvPr id="17" name="Check coverage. Name, version, and record changes.">
            <a:extLst xmlns:a="http://schemas.openxmlformats.org/drawingml/2006/main">
              <a:ext uri="{FF2B5EF4-FFF2-40B4-BE49-F238E27FC236}">
                <a16:creationId xmlns:a16="http://schemas.microsoft.com/office/drawing/2014/main" id="{70AC04B8-91EC-4A17-8BE6-04E9F04162F7}"/>
              </a:ext>
            </a:extLst>
          </p:cNvPr>
          <p:cNvSpPr>
            <a:spLocks xmlns:a="http://schemas.openxmlformats.org/drawingml/2006/main" noGrp="1"/>
          </p:cNvSpPr>
          <p:nvPr/>
        </p:nvSpPr>
        <p:spPr>
          <a:xfrm xmlns:a="http://schemas.openxmlformats.org/drawingml/2006/main">
            <a:off x="9082088"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Check coverage. Name, version, and record changes.</a:t>
            </a:r>
          </a:p>
        </p:txBody>
      </p:sp>
      <p:sp>
        <p:nvSpPr>
          <p:cNvPr id="21" name="">
            <a:extLst xmlns:a="http://schemas.openxmlformats.org/drawingml/2006/main">
              <a:ext uri="{FF2B5EF4-FFF2-40B4-BE49-F238E27FC236}">
                <a16:creationId xmlns:a16="http://schemas.microsoft.com/office/drawing/2014/main" id="{F2E26154-7312-4148-99B4-17B2B95F2D7D}"/>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22" name="Practical focus">
            <a:extLst xmlns:a="http://schemas.openxmlformats.org/drawingml/2006/main">
              <a:ext uri="{FF2B5EF4-FFF2-40B4-BE49-F238E27FC236}">
                <a16:creationId xmlns:a16="http://schemas.microsoft.com/office/drawing/2014/main" id="{1843BEBC-D4F0-4109-97DA-11CAE5AC54E8}"/>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23" name="The learner prepares a bounded URL list and explains the reason f">
            <a:extLst xmlns:a="http://schemas.openxmlformats.org/drawingml/2006/main">
              <a:ext uri="{FF2B5EF4-FFF2-40B4-BE49-F238E27FC236}">
                <a16:creationId xmlns:a16="http://schemas.microsoft.com/office/drawing/2014/main" id="{84C7DA24-1003-4CAE-8E93-337C47F317CB}"/>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The learner prepares a bounded URL list and explains the reason for each representative page.</a:t>
            </a:r>
          </a:p>
        </p:txBody>
      </p:sp>
    </p:spTree>
    <p:extLst>
      <p:ext uri="{BB962C8B-B14F-4D97-AF65-F5344CB8AC3E}">
        <p14:creationId xmlns:p14="http://schemas.microsoft.com/office/powerpoint/2010/main" val="964747603"/>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4BCA2B0E-4FA8-493A-A45F-2B614A4AB458}"/>
              </a:ext>
            </a:extLst>
          </p:cNvPr>
          <p:cNvCxnSpPr>
            <a:stCxn xmlns:a="http://schemas.openxmlformats.org/drawingml/2006/main" id="12" idx="3"/>
            <a:endCxn xmlns:a="http://schemas.openxmlformats.org/drawingml/2006/main" id="15" idx="1"/>
          </p:cNvCxnSpPr>
          <p:nvPr/>
        </p:nvCxnSpPr>
        <p:spPr>
          <a:xfrm xmlns:a="http://schemas.openxmlformats.org/drawingml/2006/main">
            <a:off x="8758238"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E8B1D8E0-966E-41AA-B83D-FA926BEC4E65}"/>
              </a:ext>
            </a:extLst>
          </p:cNvPr>
          <p:cNvCxnSpPr>
            <a:stCxn xmlns:a="http://schemas.openxmlformats.org/drawingml/2006/main" id="9" idx="3"/>
            <a:endCxn xmlns:a="http://schemas.openxmlformats.org/drawingml/2006/main" id="12" idx="1"/>
          </p:cNvCxnSpPr>
          <p:nvPr/>
        </p:nvCxnSpPr>
        <p:spPr>
          <a:xfrm xmlns:a="http://schemas.openxmlformats.org/drawingml/2006/main">
            <a:off x="5934076" y="2857500"/>
            <a:ext cx="323849"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03AE62DE-83F4-4D4C-B47D-55A71A14469D}"/>
              </a:ext>
            </a:extLst>
          </p:cNvPr>
          <p:cNvCxnSpPr>
            <a:stCxn xmlns:a="http://schemas.openxmlformats.org/drawingml/2006/main" id="6" idx="3"/>
            <a:endCxn xmlns:a="http://schemas.openxmlformats.org/drawingml/2006/main" id="9" idx="1"/>
          </p:cNvCxnSpPr>
          <p:nvPr/>
        </p:nvCxnSpPr>
        <p:spPr>
          <a:xfrm xmlns:a="http://schemas.openxmlformats.org/drawingml/2006/main">
            <a:off x="3109913"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sp>
        <p:nvSpPr>
          <p:cNvPr id="24" name="Day 3  /  ObservePoint Configuration">
            <a:extLst xmlns:a="http://schemas.openxmlformats.org/drawingml/2006/main">
              <a:ext uri="{FF2B5EF4-FFF2-40B4-BE49-F238E27FC236}">
                <a16:creationId xmlns:a16="http://schemas.microsoft.com/office/drawing/2014/main" id="{BD4854DD-4F4D-461D-921E-F16C0C13C549}"/>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157A6"/>
                </a:solidFill>
                <a:latin typeface="Lato"/>
                <a:ea typeface="Lato"/>
                <a:cs typeface="Lato"/>
              </a:defRPr>
            </a:defPPr>
          </a:lstStyle>
          <a:p xmlns:a="http://schemas.openxmlformats.org/drawingml/2006/main">
            <a:pPr algn="l">
              <a:defRPr sz="1275" b="1">
                <a:solidFill>
                  <a:srgbClr val="6157A6"/>
                </a:solidFill>
                <a:latin typeface="Lato"/>
                <a:ea typeface="Lato"/>
                <a:cs typeface="Lato"/>
              </a:defRPr>
            </a:pPr>
            <a:r>
              <a:rPr sz="1275" b="1">
                <a:solidFill>
                  <a:srgbClr val="6157A6"/>
                </a:solidFill>
                <a:latin typeface="Lato"/>
                <a:ea typeface="Lato"/>
                <a:cs typeface="Lato"/>
              </a:rPr>
              <a:t>Day 3  /  ObservePoint Configuration</a:t>
            </a:r>
          </a:p>
        </p:txBody>
      </p:sp>
      <p:sp>
        <p:nvSpPr>
          <p:cNvPr id="2" name="Consent actions and journeys">
            <a:extLst xmlns:a="http://schemas.openxmlformats.org/drawingml/2006/main">
              <a:ext uri="{FF2B5EF4-FFF2-40B4-BE49-F238E27FC236}">
                <a16:creationId xmlns:a16="http://schemas.microsoft.com/office/drawing/2014/main" id="{04FA2F99-57FB-41E3-A3E3-F740F9D35229}"/>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Consent actions and journeys</a:t>
            </a:r>
          </a:p>
        </p:txBody>
      </p:sp>
      <p:sp>
        <p:nvSpPr>
          <p:cNvPr id="3" name="">
            <a:extLst xmlns:a="http://schemas.openxmlformats.org/drawingml/2006/main">
              <a:ext uri="{FF2B5EF4-FFF2-40B4-BE49-F238E27FC236}">
                <a16:creationId xmlns:a16="http://schemas.microsoft.com/office/drawing/2014/main" id="{67CA88F5-34DD-4C9D-8D7F-07A927235DF3}"/>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EB3B9A34-1D66-4DF3-A54E-A943910F1D40}"/>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19">
            <a:extLst xmlns:a="http://schemas.openxmlformats.org/drawingml/2006/main">
              <a:ext uri="{FF2B5EF4-FFF2-40B4-BE49-F238E27FC236}">
                <a16:creationId xmlns:a16="http://schemas.microsoft.com/office/drawing/2014/main" id="{10EB6FFC-25D8-4E29-945C-DE77D069C358}"/>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19</a:t>
            </a:r>
          </a:p>
        </p:txBody>
      </p:sp>
      <p:sp>
        <p:nvSpPr>
          <p:cNvPr id="6" name="Reset baseline">
            <a:extLst xmlns:a="http://schemas.openxmlformats.org/drawingml/2006/main">
              <a:ext uri="{FF2B5EF4-FFF2-40B4-BE49-F238E27FC236}">
                <a16:creationId xmlns:a16="http://schemas.microsoft.com/office/drawing/2014/main" id="{6D099401-F54A-4070-A65A-A38EB824C8B1}"/>
              </a:ext>
            </a:extLst>
          </p:cNvPr>
          <p:cNvSpPr>
            <a:spLocks xmlns:a="http://schemas.openxmlformats.org/drawingml/2006/main" noGrp="1"/>
          </p:cNvSpPr>
          <p:nvPr/>
        </p:nvSpPr>
        <p:spPr>
          <a:xfrm xmlns:a="http://schemas.openxmlformats.org/drawingml/2006/main">
            <a:off x="609600"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Reset baseline</a:t>
            </a:r>
          </a:p>
        </p:txBody>
      </p:sp>
      <p:sp>
        <p:nvSpPr>
          <p:cNvPr id="7" name="01">
            <a:extLst xmlns:a="http://schemas.openxmlformats.org/drawingml/2006/main">
              <a:ext uri="{FF2B5EF4-FFF2-40B4-BE49-F238E27FC236}">
                <a16:creationId xmlns:a16="http://schemas.microsoft.com/office/drawing/2014/main" id="{15D7AADA-E1AB-46EB-80B3-8DB2172BA734}"/>
              </a:ext>
            </a:extLst>
          </p:cNvPr>
          <p:cNvSpPr>
            <a:spLocks xmlns:a="http://schemas.openxmlformats.org/drawingml/2006/main" noGrp="1"/>
          </p:cNvSpPr>
          <p:nvPr/>
        </p:nvSpPr>
        <p:spPr>
          <a:xfrm xmlns:a="http://schemas.openxmlformats.org/drawingml/2006/main">
            <a:off x="609600"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157A6"/>
                </a:solidFill>
                <a:latin typeface="Lato"/>
                <a:ea typeface="Lato"/>
                <a:cs typeface="Lato"/>
              </a:defRPr>
            </a:defPPr>
          </a:lstStyle>
          <a:p xmlns:a="http://schemas.openxmlformats.org/drawingml/2006/main">
            <a:pPr algn="l">
              <a:defRPr sz="1650" b="1">
                <a:solidFill>
                  <a:srgbClr val="6157A6"/>
                </a:solidFill>
                <a:latin typeface="Lato"/>
                <a:ea typeface="Lato"/>
                <a:cs typeface="Lato"/>
              </a:defRPr>
            </a:pPr>
            <a:r>
              <a:rPr sz="1650" b="1">
                <a:solidFill>
                  <a:srgbClr val="6157A6"/>
                </a:solidFill>
                <a:latin typeface="Lato"/>
                <a:ea typeface="Lato"/>
                <a:cs typeface="Lato"/>
              </a:rPr>
              <a:t>01</a:t>
            </a:r>
          </a:p>
        </p:txBody>
      </p:sp>
      <p:sp>
        <p:nvSpPr>
          <p:cNvPr id="8" name="Prepare a clean session for the scenario.">
            <a:extLst xmlns:a="http://schemas.openxmlformats.org/drawingml/2006/main">
              <a:ext uri="{FF2B5EF4-FFF2-40B4-BE49-F238E27FC236}">
                <a16:creationId xmlns:a16="http://schemas.microsoft.com/office/drawing/2014/main" id="{62E12423-3610-4F3F-8921-FB57963013EF}"/>
              </a:ext>
            </a:extLst>
          </p:cNvPr>
          <p:cNvSpPr>
            <a:spLocks xmlns:a="http://schemas.openxmlformats.org/drawingml/2006/main" noGrp="1"/>
          </p:cNvSpPr>
          <p:nvPr/>
        </p:nvSpPr>
        <p:spPr>
          <a:xfrm xmlns:a="http://schemas.openxmlformats.org/drawingml/2006/main">
            <a:off x="609600"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Prepare a clean session for the scenario.</a:t>
            </a:r>
          </a:p>
        </p:txBody>
      </p:sp>
      <p:sp>
        <p:nvSpPr>
          <p:cNvPr id="9" name="Set consent state">
            <a:extLst xmlns:a="http://schemas.openxmlformats.org/drawingml/2006/main">
              <a:ext uri="{FF2B5EF4-FFF2-40B4-BE49-F238E27FC236}">
                <a16:creationId xmlns:a16="http://schemas.microsoft.com/office/drawing/2014/main" id="{705A138A-9A8D-4BE0-8B86-4EAAA170B0D9}"/>
              </a:ext>
            </a:extLst>
          </p:cNvPr>
          <p:cNvSpPr>
            <a:spLocks xmlns:a="http://schemas.openxmlformats.org/drawingml/2006/main" noGrp="1"/>
          </p:cNvSpPr>
          <p:nvPr/>
        </p:nvSpPr>
        <p:spPr>
          <a:xfrm xmlns:a="http://schemas.openxmlformats.org/drawingml/2006/main">
            <a:off x="3433763"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Set consent state</a:t>
            </a:r>
          </a:p>
        </p:txBody>
      </p:sp>
      <p:sp>
        <p:nvSpPr>
          <p:cNvPr id="10" name="02">
            <a:extLst xmlns:a="http://schemas.openxmlformats.org/drawingml/2006/main">
              <a:ext uri="{FF2B5EF4-FFF2-40B4-BE49-F238E27FC236}">
                <a16:creationId xmlns:a16="http://schemas.microsoft.com/office/drawing/2014/main" id="{BF875BB1-746C-4A98-8D26-EE08F1FB2806}"/>
              </a:ext>
            </a:extLst>
          </p:cNvPr>
          <p:cNvSpPr>
            <a:spLocks xmlns:a="http://schemas.openxmlformats.org/drawingml/2006/main" noGrp="1"/>
          </p:cNvSpPr>
          <p:nvPr/>
        </p:nvSpPr>
        <p:spPr>
          <a:xfrm xmlns:a="http://schemas.openxmlformats.org/drawingml/2006/main">
            <a:off x="3433763"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157A6"/>
                </a:solidFill>
                <a:latin typeface="Lato"/>
                <a:ea typeface="Lato"/>
                <a:cs typeface="Lato"/>
              </a:defRPr>
            </a:defPPr>
          </a:lstStyle>
          <a:p xmlns:a="http://schemas.openxmlformats.org/drawingml/2006/main">
            <a:pPr algn="l">
              <a:defRPr sz="1650" b="1">
                <a:solidFill>
                  <a:srgbClr val="6157A6"/>
                </a:solidFill>
                <a:latin typeface="Lato"/>
                <a:ea typeface="Lato"/>
                <a:cs typeface="Lato"/>
              </a:defRPr>
            </a:pPr>
            <a:r>
              <a:rPr sz="1650" b="1">
                <a:solidFill>
                  <a:srgbClr val="6157A6"/>
                </a:solidFill>
                <a:latin typeface="Lato"/>
                <a:ea typeface="Lato"/>
                <a:cs typeface="Lato"/>
              </a:rPr>
              <a:t>02</a:t>
            </a:r>
          </a:p>
        </p:txBody>
      </p:sp>
      <p:sp>
        <p:nvSpPr>
          <p:cNvPr id="11" name="Use supported CMP automation or explicit actions.">
            <a:extLst xmlns:a="http://schemas.openxmlformats.org/drawingml/2006/main">
              <a:ext uri="{FF2B5EF4-FFF2-40B4-BE49-F238E27FC236}">
                <a16:creationId xmlns:a16="http://schemas.microsoft.com/office/drawing/2014/main" id="{D39839CF-AAE2-4C3C-994B-EB75215C7109}"/>
              </a:ext>
            </a:extLst>
          </p:cNvPr>
          <p:cNvSpPr>
            <a:spLocks xmlns:a="http://schemas.openxmlformats.org/drawingml/2006/main" noGrp="1"/>
          </p:cNvSpPr>
          <p:nvPr/>
        </p:nvSpPr>
        <p:spPr>
          <a:xfrm xmlns:a="http://schemas.openxmlformats.org/drawingml/2006/main">
            <a:off x="3433763"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Use supported CMP automation or explicit actions.</a:t>
            </a:r>
          </a:p>
        </p:txBody>
      </p:sp>
      <p:sp>
        <p:nvSpPr>
          <p:cNvPr id="12" name="Verify action/state">
            <a:extLst xmlns:a="http://schemas.openxmlformats.org/drawingml/2006/main">
              <a:ext uri="{FF2B5EF4-FFF2-40B4-BE49-F238E27FC236}">
                <a16:creationId xmlns:a16="http://schemas.microsoft.com/office/drawing/2014/main" id="{490D15E9-8BC2-4AF3-8A7E-DB472DE02CFF}"/>
              </a:ext>
            </a:extLst>
          </p:cNvPr>
          <p:cNvSpPr>
            <a:spLocks xmlns:a="http://schemas.openxmlformats.org/drawingml/2006/main" noGrp="1"/>
          </p:cNvSpPr>
          <p:nvPr/>
        </p:nvSpPr>
        <p:spPr>
          <a:xfrm xmlns:a="http://schemas.openxmlformats.org/drawingml/2006/main">
            <a:off x="6257925"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Verify action/state</a:t>
            </a:r>
          </a:p>
        </p:txBody>
      </p:sp>
      <p:sp>
        <p:nvSpPr>
          <p:cNvPr id="13" name="03">
            <a:extLst xmlns:a="http://schemas.openxmlformats.org/drawingml/2006/main">
              <a:ext uri="{FF2B5EF4-FFF2-40B4-BE49-F238E27FC236}">
                <a16:creationId xmlns:a16="http://schemas.microsoft.com/office/drawing/2014/main" id="{C6F145BB-78B4-4524-A718-EE3F6B48D6DE}"/>
              </a:ext>
            </a:extLst>
          </p:cNvPr>
          <p:cNvSpPr>
            <a:spLocks xmlns:a="http://schemas.openxmlformats.org/drawingml/2006/main" noGrp="1"/>
          </p:cNvSpPr>
          <p:nvPr/>
        </p:nvSpPr>
        <p:spPr>
          <a:xfrm xmlns:a="http://schemas.openxmlformats.org/drawingml/2006/main">
            <a:off x="6257925"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157A6"/>
                </a:solidFill>
                <a:latin typeface="Lato"/>
                <a:ea typeface="Lato"/>
                <a:cs typeface="Lato"/>
              </a:defRPr>
            </a:defPPr>
          </a:lstStyle>
          <a:p xmlns:a="http://schemas.openxmlformats.org/drawingml/2006/main">
            <a:pPr algn="l">
              <a:defRPr sz="1650" b="1">
                <a:solidFill>
                  <a:srgbClr val="6157A6"/>
                </a:solidFill>
                <a:latin typeface="Lato"/>
                <a:ea typeface="Lato"/>
                <a:cs typeface="Lato"/>
              </a:defRPr>
            </a:pPr>
            <a:r>
              <a:rPr sz="1650" b="1">
                <a:solidFill>
                  <a:srgbClr val="6157A6"/>
                </a:solidFill>
                <a:latin typeface="Lato"/>
                <a:ea typeface="Lato"/>
                <a:cs typeface="Lato"/>
              </a:rPr>
              <a:t>03</a:t>
            </a:r>
          </a:p>
        </p:txBody>
      </p:sp>
      <p:sp>
        <p:nvSpPr>
          <p:cNvPr id="14" name="Confirm the choice succeeded and persisted.">
            <a:extLst xmlns:a="http://schemas.openxmlformats.org/drawingml/2006/main">
              <a:ext uri="{FF2B5EF4-FFF2-40B4-BE49-F238E27FC236}">
                <a16:creationId xmlns:a16="http://schemas.microsoft.com/office/drawing/2014/main" id="{9CDC6825-123D-4181-9227-F7E3E703694D}"/>
              </a:ext>
            </a:extLst>
          </p:cNvPr>
          <p:cNvSpPr>
            <a:spLocks xmlns:a="http://schemas.openxmlformats.org/drawingml/2006/main" noGrp="1"/>
          </p:cNvSpPr>
          <p:nvPr/>
        </p:nvSpPr>
        <p:spPr>
          <a:xfrm xmlns:a="http://schemas.openxmlformats.org/drawingml/2006/main">
            <a:off x="6257925"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Confirm the choice succeeded and persisted.</a:t>
            </a:r>
          </a:p>
        </p:txBody>
      </p:sp>
      <p:sp>
        <p:nvSpPr>
          <p:cNvPr id="15" name="Exercise page/event">
            <a:extLst xmlns:a="http://schemas.openxmlformats.org/drawingml/2006/main">
              <a:ext uri="{FF2B5EF4-FFF2-40B4-BE49-F238E27FC236}">
                <a16:creationId xmlns:a16="http://schemas.microsoft.com/office/drawing/2014/main" id="{FCB36E23-97B4-4623-AB04-E65855D636B6}"/>
              </a:ext>
            </a:extLst>
          </p:cNvPr>
          <p:cNvSpPr>
            <a:spLocks xmlns:a="http://schemas.openxmlformats.org/drawingml/2006/main" noGrp="1"/>
          </p:cNvSpPr>
          <p:nvPr/>
        </p:nvSpPr>
        <p:spPr>
          <a:xfrm xmlns:a="http://schemas.openxmlformats.org/drawingml/2006/main">
            <a:off x="9082088"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Exercise page/event</a:t>
            </a:r>
          </a:p>
        </p:txBody>
      </p:sp>
      <p:sp>
        <p:nvSpPr>
          <p:cNvPr id="16" name="04">
            <a:extLst xmlns:a="http://schemas.openxmlformats.org/drawingml/2006/main">
              <a:ext uri="{FF2B5EF4-FFF2-40B4-BE49-F238E27FC236}">
                <a16:creationId xmlns:a16="http://schemas.microsoft.com/office/drawing/2014/main" id="{3A1CAA0D-FB7F-4CAB-B527-2FD45FFAC8FD}"/>
              </a:ext>
            </a:extLst>
          </p:cNvPr>
          <p:cNvSpPr>
            <a:spLocks xmlns:a="http://schemas.openxmlformats.org/drawingml/2006/main" noGrp="1"/>
          </p:cNvSpPr>
          <p:nvPr/>
        </p:nvSpPr>
        <p:spPr>
          <a:xfrm xmlns:a="http://schemas.openxmlformats.org/drawingml/2006/main">
            <a:off x="9082088"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157A6"/>
                </a:solidFill>
                <a:latin typeface="Lato"/>
                <a:ea typeface="Lato"/>
                <a:cs typeface="Lato"/>
              </a:defRPr>
            </a:defPPr>
          </a:lstStyle>
          <a:p xmlns:a="http://schemas.openxmlformats.org/drawingml/2006/main">
            <a:pPr algn="l">
              <a:defRPr sz="1650" b="1">
                <a:solidFill>
                  <a:srgbClr val="6157A6"/>
                </a:solidFill>
                <a:latin typeface="Lato"/>
                <a:ea typeface="Lato"/>
                <a:cs typeface="Lato"/>
              </a:defRPr>
            </a:pPr>
            <a:r>
              <a:rPr sz="1650" b="1">
                <a:solidFill>
                  <a:srgbClr val="6157A6"/>
                </a:solidFill>
                <a:latin typeface="Lato"/>
                <a:ea typeface="Lato"/>
                <a:cs typeface="Lato"/>
              </a:rPr>
              <a:t>04</a:t>
            </a:r>
          </a:p>
        </p:txBody>
      </p:sp>
      <p:sp>
        <p:nvSpPr>
          <p:cNvPr id="17" name="Run the journey or on-page action and capture activity.">
            <a:extLst xmlns:a="http://schemas.openxmlformats.org/drawingml/2006/main">
              <a:ext uri="{FF2B5EF4-FFF2-40B4-BE49-F238E27FC236}">
                <a16:creationId xmlns:a16="http://schemas.microsoft.com/office/drawing/2014/main" id="{FF2C982C-A5FA-4BB3-93C5-5C369E06DCD4}"/>
              </a:ext>
            </a:extLst>
          </p:cNvPr>
          <p:cNvSpPr>
            <a:spLocks xmlns:a="http://schemas.openxmlformats.org/drawingml/2006/main" noGrp="1"/>
          </p:cNvSpPr>
          <p:nvPr/>
        </p:nvSpPr>
        <p:spPr>
          <a:xfrm xmlns:a="http://schemas.openxmlformats.org/drawingml/2006/main">
            <a:off x="9082088"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Run the journey or on-page action and capture activity.</a:t>
            </a:r>
          </a:p>
        </p:txBody>
      </p:sp>
      <p:sp>
        <p:nvSpPr>
          <p:cNvPr id="21" name="">
            <a:extLst xmlns:a="http://schemas.openxmlformats.org/drawingml/2006/main">
              <a:ext uri="{FF2B5EF4-FFF2-40B4-BE49-F238E27FC236}">
                <a16:creationId xmlns:a16="http://schemas.microsoft.com/office/drawing/2014/main" id="{D7DDCD0C-EB8A-454E-A2B0-F3A00C0144AD}"/>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22" name="Practical focus">
            <a:extLst xmlns:a="http://schemas.openxmlformats.org/drawingml/2006/main">
              <a:ext uri="{FF2B5EF4-FFF2-40B4-BE49-F238E27FC236}">
                <a16:creationId xmlns:a16="http://schemas.microsoft.com/office/drawing/2014/main" id="{65D15208-7340-42D7-9DC4-2D297AEBF054}"/>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23" name="Pre-consent stays before a choice. Accept All, Reject All, and es">
            <a:extLst xmlns:a="http://schemas.openxmlformats.org/drawingml/2006/main">
              <a:ext uri="{FF2B5EF4-FFF2-40B4-BE49-F238E27FC236}">
                <a16:creationId xmlns:a16="http://schemas.microsoft.com/office/drawing/2014/main" id="{682D1B8B-E9F8-49FE-B130-5228D29CFE9C}"/>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Pre-consent stays before a choice. Accept All, Reject All, and essential-only require verified saved permissions.</a:t>
            </a:r>
          </a:p>
        </p:txBody>
      </p:sp>
    </p:spTree>
    <p:extLst>
      <p:ext uri="{BB962C8B-B14F-4D97-AF65-F5344CB8AC3E}">
        <p14:creationId xmlns:p14="http://schemas.microsoft.com/office/powerpoint/2010/main" val="193972568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 3  /  ObservePoint Configuration">
            <a:extLst xmlns:a="http://schemas.openxmlformats.org/drawingml/2006/main">
              <a:ext uri="{FF2B5EF4-FFF2-40B4-BE49-F238E27FC236}">
                <a16:creationId xmlns:a16="http://schemas.microsoft.com/office/drawing/2014/main" id="{6DA23528-33A1-4F06-8668-83E88937CE71}"/>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157A6"/>
                </a:solidFill>
                <a:latin typeface="Lato"/>
                <a:ea typeface="Lato"/>
                <a:cs typeface="Lato"/>
              </a:defRPr>
            </a:defPPr>
          </a:lstStyle>
          <a:p xmlns:a="http://schemas.openxmlformats.org/drawingml/2006/main">
            <a:pPr algn="l">
              <a:defRPr sz="1275" b="1">
                <a:solidFill>
                  <a:srgbClr val="6157A6"/>
                </a:solidFill>
                <a:latin typeface="Lato"/>
                <a:ea typeface="Lato"/>
                <a:cs typeface="Lato"/>
              </a:defRPr>
            </a:pPr>
            <a:r>
              <a:rPr sz="1275" b="1">
                <a:solidFill>
                  <a:srgbClr val="6157A6"/>
                </a:solidFill>
                <a:latin typeface="Lato"/>
                <a:ea typeface="Lato"/>
                <a:cs typeface="Lato"/>
              </a:rPr>
              <a:t>Day 3  /  ObservePoint Configuration</a:t>
            </a:r>
          </a:p>
        </p:txBody>
      </p:sp>
      <p:sp>
        <p:nvSpPr>
          <p:cNvPr id="2" name="Native tags, custom tags, and vendor detection">
            <a:extLst xmlns:a="http://schemas.openxmlformats.org/drawingml/2006/main">
              <a:ext uri="{FF2B5EF4-FFF2-40B4-BE49-F238E27FC236}">
                <a16:creationId xmlns:a16="http://schemas.microsoft.com/office/drawing/2014/main" id="{9B896C06-5A00-4DD5-B838-B03E3393F9B8}"/>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Native tags, custom tags, and vendor detection</a:t>
            </a:r>
          </a:p>
        </p:txBody>
      </p:sp>
      <p:sp>
        <p:nvSpPr>
          <p:cNvPr id="3" name="">
            <a:extLst xmlns:a="http://schemas.openxmlformats.org/drawingml/2006/main">
              <a:ext uri="{FF2B5EF4-FFF2-40B4-BE49-F238E27FC236}">
                <a16:creationId xmlns:a16="http://schemas.microsoft.com/office/drawing/2014/main" id="{ACE4C702-450F-4EAB-B201-69CF70E3448B}"/>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B9CE3630-EE82-4054-A31B-2BB544DCE195}"/>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20">
            <a:extLst xmlns:a="http://schemas.openxmlformats.org/drawingml/2006/main">
              <a:ext uri="{FF2B5EF4-FFF2-40B4-BE49-F238E27FC236}">
                <a16:creationId xmlns:a16="http://schemas.microsoft.com/office/drawing/2014/main" id="{ED4B8B09-3C4D-4C80-8E86-04EF788072F4}"/>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20</a:t>
            </a:r>
          </a:p>
        </p:txBody>
      </p:sp>
      <p:sp>
        <p:nvSpPr>
          <p:cNvPr id="6" name="Detection design">
            <a:extLst xmlns:a="http://schemas.openxmlformats.org/drawingml/2006/main">
              <a:ext uri="{FF2B5EF4-FFF2-40B4-BE49-F238E27FC236}">
                <a16:creationId xmlns:a16="http://schemas.microsoft.com/office/drawing/2014/main" id="{C355059A-F9A9-4A26-AAED-994F1D549B79}"/>
              </a:ext>
            </a:extLst>
          </p:cNvPr>
          <p:cNvSpPr>
            <a:spLocks xmlns:a="http://schemas.openxmlformats.org/drawingml/2006/main" noGrp="1"/>
          </p:cNvSpPr>
          <p:nvPr/>
        </p:nvSpPr>
        <p:spPr>
          <a:xfrm xmlns:a="http://schemas.openxmlformats.org/drawingml/2006/main">
            <a:off x="609600" y="17145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Detection design</a:t>
            </a:r>
          </a:p>
        </p:txBody>
      </p:sp>
      <p:sp>
        <p:nvSpPr>
          <p:cNvPr id="7" name="">
            <a:extLst xmlns:a="http://schemas.openxmlformats.org/drawingml/2006/main">
              <a:ext uri="{FF2B5EF4-FFF2-40B4-BE49-F238E27FC236}">
                <a16:creationId xmlns:a16="http://schemas.microsoft.com/office/drawing/2014/main" id="{5BB18E6A-F7F2-45E5-BD6B-AA0420AAA36F}"/>
              </a:ext>
            </a:extLst>
          </p:cNvPr>
          <p:cNvSpPr>
            <a:spLocks xmlns:a="http://schemas.openxmlformats.org/drawingml/2006/main" noGrp="1"/>
          </p:cNvSpPr>
          <p:nvPr/>
        </p:nvSpPr>
        <p:spPr>
          <a:xfrm xmlns:a="http://schemas.openxmlformats.org/drawingml/2006/main">
            <a:off x="609600" y="2266950"/>
            <a:ext cx="50958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Review recognised native tags and their requests</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Define a specific endpoint/script signature</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Check one known match and one non-match</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Document ambiguous or unsupported attribution</a:t>
            </a:r>
          </a:p>
        </p:txBody>
      </p:sp>
      <p:sp>
        <p:nvSpPr>
          <p:cNvPr id="8" name="">
            <a:extLst xmlns:a="http://schemas.openxmlformats.org/drawingml/2006/main">
              <a:ext uri="{FF2B5EF4-FFF2-40B4-BE49-F238E27FC236}">
                <a16:creationId xmlns:a16="http://schemas.microsoft.com/office/drawing/2014/main" id="{CBB3424D-2E54-43AB-95DB-5A39CEC9F289}"/>
              </a:ext>
            </a:extLst>
          </p:cNvPr>
          <p:cNvSpPr>
            <a:spLocks xmlns:a="http://schemas.openxmlformats.org/drawingml/2006/main" noGrp="1"/>
          </p:cNvSpPr>
          <p:nvPr/>
        </p:nvSpPr>
        <p:spPr>
          <a:xfrm xmlns:a="http://schemas.openxmlformats.org/drawingml/2006/main">
            <a:off x="6105525" y="1771650"/>
            <a:ext cx="0" cy="337185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9" name="ObservePoint Custom Tag">
            <a:extLst xmlns:a="http://schemas.openxmlformats.org/drawingml/2006/main">
              <a:ext uri="{FF2B5EF4-FFF2-40B4-BE49-F238E27FC236}">
                <a16:creationId xmlns:a16="http://schemas.microsoft.com/office/drawing/2014/main" id="{58B7EFF1-59C2-4168-83CE-6324EC9B2820}"/>
              </a:ext>
            </a:extLst>
          </p:cNvPr>
          <p:cNvSpPr>
            <a:spLocks xmlns:a="http://schemas.openxmlformats.org/drawingml/2006/main" noGrp="1"/>
          </p:cNvSpPr>
          <p:nvPr/>
        </p:nvSpPr>
        <p:spPr>
          <a:xfrm xmlns:a="http://schemas.openxmlformats.org/drawingml/2006/main">
            <a:off x="6572250" y="1714500"/>
            <a:ext cx="5010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ObservePoint Custom Tag</a:t>
            </a:r>
          </a:p>
        </p:txBody>
      </p:sp>
      <p:sp>
        <p:nvSpPr>
          <p:cNvPr id="10" name="">
            <a:extLst xmlns:a="http://schemas.openxmlformats.org/drawingml/2006/main">
              <a:ext uri="{FF2B5EF4-FFF2-40B4-BE49-F238E27FC236}">
                <a16:creationId xmlns:a16="http://schemas.microsoft.com/office/drawing/2014/main" id="{5FE7C6B7-E643-4C93-8314-F14D1201D745}"/>
              </a:ext>
            </a:extLst>
          </p:cNvPr>
          <p:cNvSpPr>
            <a:spLocks xmlns:a="http://schemas.openxmlformats.org/drawingml/2006/main" noGrp="1"/>
          </p:cNvSpPr>
          <p:nvPr/>
        </p:nvSpPr>
        <p:spPr>
          <a:xfrm xmlns:a="http://schemas.openxmlformats.org/drawingml/2006/main">
            <a:off x="6572250" y="2266950"/>
            <a:ext cx="50101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Collect approved browser-readable diagnostic data</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Run the snippet with a JavaScript Execute action</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Review reported ObservePoint Data variables</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Validate the collected variables with rules</a:t>
            </a:r>
          </a:p>
        </p:txBody>
      </p:sp>
      <p:sp>
        <p:nvSpPr>
          <p:cNvPr id="11" name="">
            <a:extLst xmlns:a="http://schemas.openxmlformats.org/drawingml/2006/main">
              <a:ext uri="{FF2B5EF4-FFF2-40B4-BE49-F238E27FC236}">
                <a16:creationId xmlns:a16="http://schemas.microsoft.com/office/drawing/2014/main" id="{0735520E-0F9C-45A7-B509-AEF272E3FE35}"/>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12" name="Practical focus">
            <a:extLst xmlns:a="http://schemas.openxmlformats.org/drawingml/2006/main">
              <a:ext uri="{FF2B5EF4-FFF2-40B4-BE49-F238E27FC236}">
                <a16:creationId xmlns:a16="http://schemas.microsoft.com/office/drawing/2014/main" id="{699A4E82-432B-47BC-8EF9-B938BE5AE701}"/>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13" name="A custom-tag diagnostic variable needs an explicit definition. Sc">
            <a:extLst xmlns:a="http://schemas.openxmlformats.org/drawingml/2006/main">
              <a:ext uri="{FF2B5EF4-FFF2-40B4-BE49-F238E27FC236}">
                <a16:creationId xmlns:a16="http://schemas.microsoft.com/office/drawing/2014/main" id="{ADAE0FB3-8E5D-4E7F-8F7D-524A6CF5B243}"/>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A custom-tag diagnostic variable needs an explicit definition. Script presence alone does not prove a vendor fired.</a:t>
            </a:r>
          </a:p>
        </p:txBody>
      </p:sp>
    </p:spTree>
    <p:extLst>
      <p:ext uri="{BB962C8B-B14F-4D97-AF65-F5344CB8AC3E}">
        <p14:creationId xmlns:p14="http://schemas.microsoft.com/office/powerpoint/2010/main" val="37143160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y 3  /  ObservePoint Configuration">
            <a:extLst xmlns:a="http://schemas.openxmlformats.org/drawingml/2006/main">
              <a:ext uri="{FF2B5EF4-FFF2-40B4-BE49-F238E27FC236}">
                <a16:creationId xmlns:a16="http://schemas.microsoft.com/office/drawing/2014/main" id="{8DE67CE9-FEDC-44F7-8F56-811CC613920A}"/>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157A6"/>
                </a:solidFill>
                <a:latin typeface="Lato"/>
                <a:ea typeface="Lato"/>
                <a:cs typeface="Lato"/>
              </a:defRPr>
            </a:defPPr>
          </a:lstStyle>
          <a:p xmlns:a="http://schemas.openxmlformats.org/drawingml/2006/main">
            <a:pPr algn="l">
              <a:defRPr sz="1275" b="1">
                <a:solidFill>
                  <a:srgbClr val="6157A6"/>
                </a:solidFill>
                <a:latin typeface="Lato"/>
                <a:ea typeface="Lato"/>
                <a:cs typeface="Lato"/>
              </a:defRPr>
            </a:pPr>
            <a:r>
              <a:rPr sz="1275" b="1">
                <a:solidFill>
                  <a:srgbClr val="6157A6"/>
                </a:solidFill>
                <a:latin typeface="Lato"/>
                <a:ea typeface="Lato"/>
                <a:cs typeface="Lato"/>
              </a:rPr>
              <a:t>Day 3  /  ObservePoint Configuration</a:t>
            </a:r>
          </a:p>
        </p:txBody>
      </p:sp>
      <p:sp>
        <p:nvSpPr>
          <p:cNvPr id="2" name="Validation rules and presence/absence checks">
            <a:extLst xmlns:a="http://schemas.openxmlformats.org/drawingml/2006/main">
              <a:ext uri="{FF2B5EF4-FFF2-40B4-BE49-F238E27FC236}">
                <a16:creationId xmlns:a16="http://schemas.microsoft.com/office/drawing/2014/main" id="{B26517F9-B909-4F4B-89FE-42D99ACE34F9}"/>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Validation rules and presence/absence checks</a:t>
            </a:r>
          </a:p>
        </p:txBody>
      </p:sp>
      <p:sp>
        <p:nvSpPr>
          <p:cNvPr id="3" name="">
            <a:extLst xmlns:a="http://schemas.openxmlformats.org/drawingml/2006/main">
              <a:ext uri="{FF2B5EF4-FFF2-40B4-BE49-F238E27FC236}">
                <a16:creationId xmlns:a16="http://schemas.microsoft.com/office/drawing/2014/main" id="{8DB1BC11-30D7-421F-BAC1-14CB303DF332}"/>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60316E56-3BF9-405E-97DF-4443277D20C6}"/>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21">
            <a:extLst xmlns:a="http://schemas.openxmlformats.org/drawingml/2006/main">
              <a:ext uri="{FF2B5EF4-FFF2-40B4-BE49-F238E27FC236}">
                <a16:creationId xmlns:a16="http://schemas.microsoft.com/office/drawing/2014/main" id="{A1B13B54-1B7E-4265-A8B5-24799F8058B7}"/>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21</a:t>
            </a:r>
          </a:p>
        </p:txBody>
      </p:sp>
      <p:graphicFrame>
        <p:nvGraphicFramePr>
          <p:cNvPr id="6" name="">
            <a:extLst xmlns:a="http://schemas.openxmlformats.org/drawingml/2006/main">
              <a:ext uri="{FF2B5EF4-FFF2-40B4-BE49-F238E27FC236}">
                <a16:creationId xmlns:a16="http://schemas.microsoft.com/office/drawing/2014/main" id="{526C998C-1710-4F11-B3AB-B8B6BBCC08EF}"/>
              </a:ext>
            </a:extLst>
          </p:cNvPr>
          <p:cNvGraphicFramePr/>
          <p:nvPr/>
        </p:nvGraphicFramePr>
        <p:xfrm>
          <a:off xmlns:a="http://schemas.openxmlformats.org/drawingml/2006/main" x="609600" y="1724025"/>
          <a:ext xmlns:a="http://schemas.openxmlformats.org/drawingml/2006/main" cx="10972800" cy="3714750"/>
        </p:xfrm>
        <a:graphic xmlns:a="http://schemas.openxmlformats.org/drawingml/2006/main">
          <a:graphicData uri="http://schemas.openxmlformats.org/drawingml/2006/table">
            <a:tbl>
              <a:tblPr/>
              <a:tblGrid>
                <a:gridCol w="2381250"/>
                <a:gridCol w="4572000"/>
                <a:gridCol w="4019550"/>
              </a:tblGrid>
              <a:tr h="495300">
                <a:tc>
                  <a:txBody>
                    <a:bodyPr lIns="0" tIns="0" rIns="0" bIns="0">
                      <a:noAutofit/>
                    </a:bodyPr>
                    <a:lstStyle/>
                    <a:p>
                      <a:r>
                        <a:rPr sz="1725" b="1">
                          <a:solidFill>
                            <a:srgbClr val="FFFFFF"/>
                          </a:solidFill>
                          <a:latin typeface="Lato"/>
                          <a:ea typeface="Lato"/>
                          <a:cs typeface="Lato"/>
                        </a:rPr>
                        <a:t>Rule element</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Conceptual training example</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Evaluation check</a:t>
                      </a:r>
                    </a:p>
                  </a:txBody>
                  <a:tcPr marL="91440" marR="91440" marT="45720" marB="45720" anchor="ctr">
                    <a:solidFill>
                      <a:srgbClr val="142D4E"/>
                    </a:solidFill>
                  </a:tcPr>
                </a:tc>
              </a:tr>
              <a:tr h="804863">
                <a:tc>
                  <a:txBody>
                    <a:bodyPr lIns="0" tIns="0" rIns="0" bIns="0">
                      <a:noAutofit/>
                    </a:bodyPr>
                    <a:lstStyle/>
                    <a:p>
                      <a:r>
                        <a:rPr sz="1800" b="0">
                          <a:solidFill>
                            <a:srgbClr val="21344B"/>
                          </a:solidFill>
                          <a:latin typeface="Lato"/>
                          <a:ea typeface="Lato"/>
                          <a:cs typeface="Lato"/>
                        </a:rPr>
                        <a:t>WHEN scope</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Eligible page and verified scenario for the training vendor</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Confirm the page enters the rule scope.</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EXPECT presence</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Vendor activity required after the defined eligible trigger</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Missing target should fail the expectation.</a:t>
                      </a:r>
                    </a:p>
                  </a:txBody>
                  <a:tcPr marL="91440" marR="91440" marT="45720" marB="45720" anchor="ctr">
                    <a:solidFill>
                      <a:srgbClr val="EFF4F8"/>
                    </a:solidFill>
                  </a:tcPr>
                </a:tc>
              </a:tr>
              <a:tr h="804863">
                <a:tc>
                  <a:txBody>
                    <a:bodyPr lIns="0" tIns="0" rIns="0" bIns="0">
                      <a:noAutofit/>
                    </a:bodyPr>
                    <a:lstStyle/>
                    <a:p>
                      <a:r>
                        <a:rPr sz="1800" b="0">
                          <a:solidFill>
                            <a:srgbClr val="21344B"/>
                          </a:solidFill>
                          <a:latin typeface="Lato"/>
                          <a:ea typeface="Lato"/>
                          <a:cs typeface="Lato"/>
                        </a:rPr>
                        <a:t>EXPECT absence</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Vendor activity disallowed in the defined scenario</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Unexpected target should fail the expectation.</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Outcome review</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Pass, Fail, or Not Applied based on scope and expectation</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Not Applied needs review and is not a successful check.</a:t>
                      </a:r>
                    </a:p>
                  </a:txBody>
                  <a:tcPr marL="91440" marR="91440" marT="45720" marB="45720" anchor="ctr">
                    <a:solidFill>
                      <a:srgbClr val="EFF4F8"/>
                    </a:solidFill>
                  </a:tcPr>
                </a:tc>
              </a:tr>
            </a:tbl>
          </a:graphicData>
        </a:graphic>
      </p:graphicFrame>
      <p:sp>
        <p:nvSpPr>
          <p:cNvPr id="7" name="">
            <a:extLst xmlns:a="http://schemas.openxmlformats.org/drawingml/2006/main">
              <a:ext uri="{FF2B5EF4-FFF2-40B4-BE49-F238E27FC236}">
                <a16:creationId xmlns:a16="http://schemas.microsoft.com/office/drawing/2014/main" id="{E8E16263-4B5C-494E-A00A-EC70560B1DA7}"/>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8" name="Learning point">
            <a:extLst xmlns:a="http://schemas.openxmlformats.org/drawingml/2006/main">
              <a:ext uri="{FF2B5EF4-FFF2-40B4-BE49-F238E27FC236}">
                <a16:creationId xmlns:a16="http://schemas.microsoft.com/office/drawing/2014/main" id="{CB37D4CE-635C-42E3-9368-77674EFA092C}"/>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Learning point</a:t>
            </a:r>
          </a:p>
        </p:txBody>
      </p:sp>
      <p:sp>
        <p:nvSpPr>
          <p:cNvPr id="9" name="Keep the target presence expectation in EXPECT. Gating WHEN on th">
            <a:extLst xmlns:a="http://schemas.openxmlformats.org/drawingml/2006/main">
              <a:ext uri="{FF2B5EF4-FFF2-40B4-BE49-F238E27FC236}">
                <a16:creationId xmlns:a16="http://schemas.microsoft.com/office/drawing/2014/main" id="{5A6A63F7-0F1E-44FF-BB9A-42B8DCDD64E5}"/>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Keep the target presence expectation in EXPECT. Gating WHEN on that target can hide missing activity.</a:t>
            </a:r>
          </a:p>
        </p:txBody>
      </p:sp>
    </p:spTree>
    <p:extLst>
      <p:ext uri="{BB962C8B-B14F-4D97-AF65-F5344CB8AC3E}">
        <p14:creationId xmlns:p14="http://schemas.microsoft.com/office/powerpoint/2010/main" val="182285800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95035025-4752-4033-BCA1-2C88F8D16E46}"/>
              </a:ext>
            </a:extLst>
          </p:cNvPr>
          <p:cNvCxnSpPr>
            <a:stCxn xmlns:a="http://schemas.openxmlformats.org/drawingml/2006/main" id="12" idx="3"/>
            <a:endCxn xmlns:a="http://schemas.openxmlformats.org/drawingml/2006/main" id="15" idx="1"/>
          </p:cNvCxnSpPr>
          <p:nvPr/>
        </p:nvCxnSpPr>
        <p:spPr>
          <a:xfrm xmlns:a="http://schemas.openxmlformats.org/drawingml/2006/main">
            <a:off x="8758238"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35145509-58EE-4CE5-937D-7B029EC009AC}"/>
              </a:ext>
            </a:extLst>
          </p:cNvPr>
          <p:cNvCxnSpPr>
            <a:stCxn xmlns:a="http://schemas.openxmlformats.org/drawingml/2006/main" id="9" idx="3"/>
            <a:endCxn xmlns:a="http://schemas.openxmlformats.org/drawingml/2006/main" id="12" idx="1"/>
          </p:cNvCxnSpPr>
          <p:nvPr/>
        </p:nvCxnSpPr>
        <p:spPr>
          <a:xfrm xmlns:a="http://schemas.openxmlformats.org/drawingml/2006/main">
            <a:off x="5934076" y="2857500"/>
            <a:ext cx="323849"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3447B493-D168-4A82-9E42-A5146023D723}"/>
              </a:ext>
            </a:extLst>
          </p:cNvPr>
          <p:cNvCxnSpPr>
            <a:stCxn xmlns:a="http://schemas.openxmlformats.org/drawingml/2006/main" id="6" idx="3"/>
            <a:endCxn xmlns:a="http://schemas.openxmlformats.org/drawingml/2006/main" id="9" idx="1"/>
          </p:cNvCxnSpPr>
          <p:nvPr/>
        </p:nvCxnSpPr>
        <p:spPr>
          <a:xfrm xmlns:a="http://schemas.openxmlformats.org/drawingml/2006/main">
            <a:off x="3109913"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sp>
        <p:nvSpPr>
          <p:cNvPr id="24" name="Day 3  /  ObservePoint Configuration">
            <a:extLst xmlns:a="http://schemas.openxmlformats.org/drawingml/2006/main">
              <a:ext uri="{FF2B5EF4-FFF2-40B4-BE49-F238E27FC236}">
                <a16:creationId xmlns:a16="http://schemas.microsoft.com/office/drawing/2014/main" id="{6FE1B052-AD77-47DA-9B05-FAF7EEFD7389}"/>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157A6"/>
                </a:solidFill>
                <a:latin typeface="Lato"/>
                <a:ea typeface="Lato"/>
                <a:cs typeface="Lato"/>
              </a:defRPr>
            </a:defPPr>
          </a:lstStyle>
          <a:p xmlns:a="http://schemas.openxmlformats.org/drawingml/2006/main">
            <a:pPr algn="l">
              <a:defRPr sz="1275" b="1">
                <a:solidFill>
                  <a:srgbClr val="6157A6"/>
                </a:solidFill>
                <a:latin typeface="Lato"/>
                <a:ea typeface="Lato"/>
                <a:cs typeface="Lato"/>
              </a:defRPr>
            </a:pPr>
            <a:r>
              <a:rPr sz="1275" b="1">
                <a:solidFill>
                  <a:srgbClr val="6157A6"/>
                </a:solidFill>
                <a:latin typeface="Lato"/>
                <a:ea typeface="Lato"/>
                <a:cs typeface="Lato"/>
              </a:rPr>
              <a:t>Day 3  /  ObservePoint Configuration</a:t>
            </a:r>
          </a:p>
        </p:txBody>
      </p:sp>
      <p:sp>
        <p:nvSpPr>
          <p:cNvPr id="2" name="Audit scheduling, execution, and change control">
            <a:extLst xmlns:a="http://schemas.openxmlformats.org/drawingml/2006/main">
              <a:ext uri="{FF2B5EF4-FFF2-40B4-BE49-F238E27FC236}">
                <a16:creationId xmlns:a16="http://schemas.microsoft.com/office/drawing/2014/main" id="{A8600220-DD9E-40EC-B56E-F1EAB18798DD}"/>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Audit scheduling, execution, and change control</a:t>
            </a:r>
          </a:p>
        </p:txBody>
      </p:sp>
      <p:sp>
        <p:nvSpPr>
          <p:cNvPr id="3" name="">
            <a:extLst xmlns:a="http://schemas.openxmlformats.org/drawingml/2006/main">
              <a:ext uri="{FF2B5EF4-FFF2-40B4-BE49-F238E27FC236}">
                <a16:creationId xmlns:a16="http://schemas.microsoft.com/office/drawing/2014/main" id="{9CD8C30B-37A0-402B-8088-3582697A3936}"/>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2950B3B0-A5E3-4F45-8194-2C02C7040BA9}"/>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22">
            <a:extLst xmlns:a="http://schemas.openxmlformats.org/drawingml/2006/main">
              <a:ext uri="{FF2B5EF4-FFF2-40B4-BE49-F238E27FC236}">
                <a16:creationId xmlns:a16="http://schemas.microsoft.com/office/drawing/2014/main" id="{C1E499E2-9809-4618-AE47-F93422C1F02D}"/>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22</a:t>
            </a:r>
          </a:p>
        </p:txBody>
      </p:sp>
      <p:sp>
        <p:nvSpPr>
          <p:cNvPr id="6" name="Pilot first">
            <a:extLst xmlns:a="http://schemas.openxmlformats.org/drawingml/2006/main">
              <a:ext uri="{FF2B5EF4-FFF2-40B4-BE49-F238E27FC236}">
                <a16:creationId xmlns:a16="http://schemas.microsoft.com/office/drawing/2014/main" id="{C513A78E-FCBF-4630-BE7F-8F6706A50A15}"/>
              </a:ext>
            </a:extLst>
          </p:cNvPr>
          <p:cNvSpPr>
            <a:spLocks xmlns:a="http://schemas.openxmlformats.org/drawingml/2006/main" noGrp="1"/>
          </p:cNvSpPr>
          <p:nvPr/>
        </p:nvSpPr>
        <p:spPr>
          <a:xfrm xmlns:a="http://schemas.openxmlformats.org/drawingml/2006/main">
            <a:off x="609600"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Pilot first</a:t>
            </a:r>
          </a:p>
        </p:txBody>
      </p:sp>
      <p:sp>
        <p:nvSpPr>
          <p:cNvPr id="7" name="01">
            <a:extLst xmlns:a="http://schemas.openxmlformats.org/drawingml/2006/main">
              <a:ext uri="{FF2B5EF4-FFF2-40B4-BE49-F238E27FC236}">
                <a16:creationId xmlns:a16="http://schemas.microsoft.com/office/drawing/2014/main" id="{2A607F14-8104-48AA-9897-F202E0E3CC4F}"/>
              </a:ext>
            </a:extLst>
          </p:cNvPr>
          <p:cNvSpPr>
            <a:spLocks xmlns:a="http://schemas.openxmlformats.org/drawingml/2006/main" noGrp="1"/>
          </p:cNvSpPr>
          <p:nvPr/>
        </p:nvSpPr>
        <p:spPr>
          <a:xfrm xmlns:a="http://schemas.openxmlformats.org/drawingml/2006/main">
            <a:off x="609600"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157A6"/>
                </a:solidFill>
                <a:latin typeface="Lato"/>
                <a:ea typeface="Lato"/>
                <a:cs typeface="Lato"/>
              </a:defRPr>
            </a:defPPr>
          </a:lstStyle>
          <a:p xmlns:a="http://schemas.openxmlformats.org/drawingml/2006/main">
            <a:pPr algn="l">
              <a:defRPr sz="1650" b="1">
                <a:solidFill>
                  <a:srgbClr val="6157A6"/>
                </a:solidFill>
                <a:latin typeface="Lato"/>
                <a:ea typeface="Lato"/>
                <a:cs typeface="Lato"/>
              </a:defRPr>
            </a:pPr>
            <a:r>
              <a:rPr sz="1650" b="1">
                <a:solidFill>
                  <a:srgbClr val="6157A6"/>
                </a:solidFill>
                <a:latin typeface="Lato"/>
                <a:ea typeface="Lato"/>
                <a:cs typeface="Lato"/>
              </a:rPr>
              <a:t>01</a:t>
            </a:r>
          </a:p>
        </p:txBody>
      </p:sp>
      <p:sp>
        <p:nvSpPr>
          <p:cNvPr id="8" name="Test a small URL set and verify actions/rules.">
            <a:extLst xmlns:a="http://schemas.openxmlformats.org/drawingml/2006/main">
              <a:ext uri="{FF2B5EF4-FFF2-40B4-BE49-F238E27FC236}">
                <a16:creationId xmlns:a16="http://schemas.microsoft.com/office/drawing/2014/main" id="{4961B812-DB3A-48D9-84F4-AC7D7F126B57}"/>
              </a:ext>
            </a:extLst>
          </p:cNvPr>
          <p:cNvSpPr>
            <a:spLocks xmlns:a="http://schemas.openxmlformats.org/drawingml/2006/main" noGrp="1"/>
          </p:cNvSpPr>
          <p:nvPr/>
        </p:nvSpPr>
        <p:spPr>
          <a:xfrm xmlns:a="http://schemas.openxmlformats.org/drawingml/2006/main">
            <a:off x="609600"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Test a small URL set and verify actions/rules.</a:t>
            </a:r>
          </a:p>
        </p:txBody>
      </p:sp>
      <p:sp>
        <p:nvSpPr>
          <p:cNvPr id="9" name="Run or schedule">
            <a:extLst xmlns:a="http://schemas.openxmlformats.org/drawingml/2006/main">
              <a:ext uri="{FF2B5EF4-FFF2-40B4-BE49-F238E27FC236}">
                <a16:creationId xmlns:a16="http://schemas.microsoft.com/office/drawing/2014/main" id="{CD82E35B-F559-450E-BFBE-12C49B1F35A4}"/>
              </a:ext>
            </a:extLst>
          </p:cNvPr>
          <p:cNvSpPr>
            <a:spLocks xmlns:a="http://schemas.openxmlformats.org/drawingml/2006/main" noGrp="1"/>
          </p:cNvSpPr>
          <p:nvPr/>
        </p:nvSpPr>
        <p:spPr>
          <a:xfrm xmlns:a="http://schemas.openxmlformats.org/drawingml/2006/main">
            <a:off x="3433763"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Run or schedule</a:t>
            </a:r>
          </a:p>
        </p:txBody>
      </p:sp>
      <p:sp>
        <p:nvSpPr>
          <p:cNvPr id="10" name="02">
            <a:extLst xmlns:a="http://schemas.openxmlformats.org/drawingml/2006/main">
              <a:ext uri="{FF2B5EF4-FFF2-40B4-BE49-F238E27FC236}">
                <a16:creationId xmlns:a16="http://schemas.microsoft.com/office/drawing/2014/main" id="{D7D03B72-07F5-4970-9303-3DD59CF681CD}"/>
              </a:ext>
            </a:extLst>
          </p:cNvPr>
          <p:cNvSpPr>
            <a:spLocks xmlns:a="http://schemas.openxmlformats.org/drawingml/2006/main" noGrp="1"/>
          </p:cNvSpPr>
          <p:nvPr/>
        </p:nvSpPr>
        <p:spPr>
          <a:xfrm xmlns:a="http://schemas.openxmlformats.org/drawingml/2006/main">
            <a:off x="3433763"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157A6"/>
                </a:solidFill>
                <a:latin typeface="Lato"/>
                <a:ea typeface="Lato"/>
                <a:cs typeface="Lato"/>
              </a:defRPr>
            </a:defPPr>
          </a:lstStyle>
          <a:p xmlns:a="http://schemas.openxmlformats.org/drawingml/2006/main">
            <a:pPr algn="l">
              <a:defRPr sz="1650" b="1">
                <a:solidFill>
                  <a:srgbClr val="6157A6"/>
                </a:solidFill>
                <a:latin typeface="Lato"/>
                <a:ea typeface="Lato"/>
                <a:cs typeface="Lato"/>
              </a:defRPr>
            </a:pPr>
            <a:r>
              <a:rPr sz="1650" b="1">
                <a:solidFill>
                  <a:srgbClr val="6157A6"/>
                </a:solidFill>
                <a:latin typeface="Lato"/>
                <a:ea typeface="Lato"/>
                <a:cs typeface="Lato"/>
              </a:rPr>
              <a:t>02</a:t>
            </a:r>
          </a:p>
        </p:txBody>
      </p:sp>
      <p:sp>
        <p:nvSpPr>
          <p:cNvPr id="11" name="Choose a run time and agreed repeat frequency.">
            <a:extLst xmlns:a="http://schemas.openxmlformats.org/drawingml/2006/main">
              <a:ext uri="{FF2B5EF4-FFF2-40B4-BE49-F238E27FC236}">
                <a16:creationId xmlns:a16="http://schemas.microsoft.com/office/drawing/2014/main" id="{F58418B3-BD8C-4B4E-8A3E-64387FCC63DE}"/>
              </a:ext>
            </a:extLst>
          </p:cNvPr>
          <p:cNvSpPr>
            <a:spLocks xmlns:a="http://schemas.openxmlformats.org/drawingml/2006/main" noGrp="1"/>
          </p:cNvSpPr>
          <p:nvPr/>
        </p:nvSpPr>
        <p:spPr>
          <a:xfrm xmlns:a="http://schemas.openxmlformats.org/drawingml/2006/main">
            <a:off x="3433763"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Choose a run time and agreed repeat frequency.</a:t>
            </a:r>
          </a:p>
        </p:txBody>
      </p:sp>
      <p:sp>
        <p:nvSpPr>
          <p:cNvPr id="12" name="Check execution">
            <a:extLst xmlns:a="http://schemas.openxmlformats.org/drawingml/2006/main">
              <a:ext uri="{FF2B5EF4-FFF2-40B4-BE49-F238E27FC236}">
                <a16:creationId xmlns:a16="http://schemas.microsoft.com/office/drawing/2014/main" id="{B5DC7020-D8D4-4CC1-8276-73675A54D1EA}"/>
              </a:ext>
            </a:extLst>
          </p:cNvPr>
          <p:cNvSpPr>
            <a:spLocks xmlns:a="http://schemas.openxmlformats.org/drawingml/2006/main" noGrp="1"/>
          </p:cNvSpPr>
          <p:nvPr/>
        </p:nvSpPr>
        <p:spPr>
          <a:xfrm xmlns:a="http://schemas.openxmlformats.org/drawingml/2006/main">
            <a:off x="6257925"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Check execution</a:t>
            </a:r>
          </a:p>
        </p:txBody>
      </p:sp>
      <p:sp>
        <p:nvSpPr>
          <p:cNvPr id="13" name="03">
            <a:extLst xmlns:a="http://schemas.openxmlformats.org/drawingml/2006/main">
              <a:ext uri="{FF2B5EF4-FFF2-40B4-BE49-F238E27FC236}">
                <a16:creationId xmlns:a16="http://schemas.microsoft.com/office/drawing/2014/main" id="{DC0BC120-F8D0-4BEE-8DCE-B5DD5DA552F6}"/>
              </a:ext>
            </a:extLst>
          </p:cNvPr>
          <p:cNvSpPr>
            <a:spLocks xmlns:a="http://schemas.openxmlformats.org/drawingml/2006/main" noGrp="1"/>
          </p:cNvSpPr>
          <p:nvPr/>
        </p:nvSpPr>
        <p:spPr>
          <a:xfrm xmlns:a="http://schemas.openxmlformats.org/drawingml/2006/main">
            <a:off x="6257925"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157A6"/>
                </a:solidFill>
                <a:latin typeface="Lato"/>
                <a:ea typeface="Lato"/>
                <a:cs typeface="Lato"/>
              </a:defRPr>
            </a:defPPr>
          </a:lstStyle>
          <a:p xmlns:a="http://schemas.openxmlformats.org/drawingml/2006/main">
            <a:pPr algn="l">
              <a:defRPr sz="1650" b="1">
                <a:solidFill>
                  <a:srgbClr val="6157A6"/>
                </a:solidFill>
                <a:latin typeface="Lato"/>
                <a:ea typeface="Lato"/>
                <a:cs typeface="Lato"/>
              </a:defRPr>
            </a:pPr>
            <a:r>
              <a:rPr sz="1650" b="1">
                <a:solidFill>
                  <a:srgbClr val="6157A6"/>
                </a:solidFill>
                <a:latin typeface="Lato"/>
                <a:ea typeface="Lato"/>
                <a:cs typeface="Lato"/>
              </a:rPr>
              <a:t>03</a:t>
            </a:r>
          </a:p>
        </p:txBody>
      </p:sp>
      <p:sp>
        <p:nvSpPr>
          <p:cNvPr id="14" name="Review completion, coverage, actions, and timestamps.">
            <a:extLst xmlns:a="http://schemas.openxmlformats.org/drawingml/2006/main">
              <a:ext uri="{FF2B5EF4-FFF2-40B4-BE49-F238E27FC236}">
                <a16:creationId xmlns:a16="http://schemas.microsoft.com/office/drawing/2014/main" id="{00D6093D-A23F-4D6F-88C4-C747D6F9572F}"/>
              </a:ext>
            </a:extLst>
          </p:cNvPr>
          <p:cNvSpPr>
            <a:spLocks xmlns:a="http://schemas.openxmlformats.org/drawingml/2006/main" noGrp="1"/>
          </p:cNvSpPr>
          <p:nvPr/>
        </p:nvSpPr>
        <p:spPr>
          <a:xfrm xmlns:a="http://schemas.openxmlformats.org/drawingml/2006/main">
            <a:off x="6257925"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Review completion, coverage, actions, and timestamps.</a:t>
            </a:r>
          </a:p>
        </p:txBody>
      </p:sp>
      <p:sp>
        <p:nvSpPr>
          <p:cNvPr id="15" name="Record and maintain">
            <a:extLst xmlns:a="http://schemas.openxmlformats.org/drawingml/2006/main">
              <a:ext uri="{FF2B5EF4-FFF2-40B4-BE49-F238E27FC236}">
                <a16:creationId xmlns:a16="http://schemas.microsoft.com/office/drawing/2014/main" id="{28459B45-C7E2-4170-A8CD-459DA8DB98F5}"/>
              </a:ext>
            </a:extLst>
          </p:cNvPr>
          <p:cNvSpPr>
            <a:spLocks xmlns:a="http://schemas.openxmlformats.org/drawingml/2006/main" noGrp="1"/>
          </p:cNvSpPr>
          <p:nvPr/>
        </p:nvSpPr>
        <p:spPr>
          <a:xfrm xmlns:a="http://schemas.openxmlformats.org/drawingml/2006/main">
            <a:off x="9082088"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Record and maintain</a:t>
            </a:r>
          </a:p>
        </p:txBody>
      </p:sp>
      <p:sp>
        <p:nvSpPr>
          <p:cNvPr id="16" name="04">
            <a:extLst xmlns:a="http://schemas.openxmlformats.org/drawingml/2006/main">
              <a:ext uri="{FF2B5EF4-FFF2-40B4-BE49-F238E27FC236}">
                <a16:creationId xmlns:a16="http://schemas.microsoft.com/office/drawing/2014/main" id="{336635CB-BADB-4DFE-84C3-A4BCE5E05052}"/>
              </a:ext>
            </a:extLst>
          </p:cNvPr>
          <p:cNvSpPr>
            <a:spLocks xmlns:a="http://schemas.openxmlformats.org/drawingml/2006/main" noGrp="1"/>
          </p:cNvSpPr>
          <p:nvPr/>
        </p:nvSpPr>
        <p:spPr>
          <a:xfrm xmlns:a="http://schemas.openxmlformats.org/drawingml/2006/main">
            <a:off x="9082088"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157A6"/>
                </a:solidFill>
                <a:latin typeface="Lato"/>
                <a:ea typeface="Lato"/>
                <a:cs typeface="Lato"/>
              </a:defRPr>
            </a:defPPr>
          </a:lstStyle>
          <a:p xmlns:a="http://schemas.openxmlformats.org/drawingml/2006/main">
            <a:pPr algn="l">
              <a:defRPr sz="1650" b="1">
                <a:solidFill>
                  <a:srgbClr val="6157A6"/>
                </a:solidFill>
                <a:latin typeface="Lato"/>
                <a:ea typeface="Lato"/>
                <a:cs typeface="Lato"/>
              </a:defRPr>
            </a:pPr>
            <a:r>
              <a:rPr sz="1650" b="1">
                <a:solidFill>
                  <a:srgbClr val="6157A6"/>
                </a:solidFill>
                <a:latin typeface="Lato"/>
                <a:ea typeface="Lato"/>
                <a:cs typeface="Lato"/>
              </a:rPr>
              <a:t>04</a:t>
            </a:r>
          </a:p>
        </p:txBody>
      </p:sp>
      <p:sp>
        <p:nvSpPr>
          <p:cNvPr id="17" name="Save run ID and configuration. Review later changes.">
            <a:extLst xmlns:a="http://schemas.openxmlformats.org/drawingml/2006/main">
              <a:ext uri="{FF2B5EF4-FFF2-40B4-BE49-F238E27FC236}">
                <a16:creationId xmlns:a16="http://schemas.microsoft.com/office/drawing/2014/main" id="{489E2062-8D23-4CBD-A960-FE3AFE95A554}"/>
              </a:ext>
            </a:extLst>
          </p:cNvPr>
          <p:cNvSpPr>
            <a:spLocks xmlns:a="http://schemas.openxmlformats.org/drawingml/2006/main" noGrp="1"/>
          </p:cNvSpPr>
          <p:nvPr/>
        </p:nvSpPr>
        <p:spPr>
          <a:xfrm xmlns:a="http://schemas.openxmlformats.org/drawingml/2006/main">
            <a:off x="9082088"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Save run ID and configuration. Review later changes.</a:t>
            </a:r>
          </a:p>
        </p:txBody>
      </p:sp>
      <p:sp>
        <p:nvSpPr>
          <p:cNvPr id="21" name="">
            <a:extLst xmlns:a="http://schemas.openxmlformats.org/drawingml/2006/main">
              <a:ext uri="{FF2B5EF4-FFF2-40B4-BE49-F238E27FC236}">
                <a16:creationId xmlns:a16="http://schemas.microsoft.com/office/drawing/2014/main" id="{B3248B18-99BB-4D21-A11F-179C93C78339}"/>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22" name="Practical focus">
            <a:extLst xmlns:a="http://schemas.openxmlformats.org/drawingml/2006/main">
              <a:ext uri="{FF2B5EF4-FFF2-40B4-BE49-F238E27FC236}">
                <a16:creationId xmlns:a16="http://schemas.microsoft.com/office/drawing/2014/main" id="{90641BA1-59E7-4250-8983-AE3EAE1E6AAF}"/>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23" name="The learner explains when a run should execute and how its result">
            <a:extLst xmlns:a="http://schemas.openxmlformats.org/drawingml/2006/main">
              <a:ext uri="{FF2B5EF4-FFF2-40B4-BE49-F238E27FC236}">
                <a16:creationId xmlns:a16="http://schemas.microsoft.com/office/drawing/2014/main" id="{34DC4683-C3FA-4845-95D6-36202800C55B}"/>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The learner explains when a run should execute and how its results link to the configuration used.</a:t>
            </a:r>
          </a:p>
        </p:txBody>
      </p:sp>
    </p:spTree>
    <p:extLst>
      <p:ext uri="{BB962C8B-B14F-4D97-AF65-F5344CB8AC3E}">
        <p14:creationId xmlns:p14="http://schemas.microsoft.com/office/powerpoint/2010/main" val="17485744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 3  /  ObservePoint Configuration">
            <a:extLst xmlns:a="http://schemas.openxmlformats.org/drawingml/2006/main">
              <a:ext uri="{FF2B5EF4-FFF2-40B4-BE49-F238E27FC236}">
                <a16:creationId xmlns:a16="http://schemas.microsoft.com/office/drawing/2014/main" id="{A5985598-136B-4E72-B431-1F440D1D243E}"/>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6157A6"/>
                </a:solidFill>
                <a:latin typeface="Lato"/>
                <a:ea typeface="Lato"/>
                <a:cs typeface="Lato"/>
              </a:defRPr>
            </a:defPPr>
          </a:lstStyle>
          <a:p xmlns:a="http://schemas.openxmlformats.org/drawingml/2006/main">
            <a:pPr algn="l">
              <a:defRPr sz="1275" b="1">
                <a:solidFill>
                  <a:srgbClr val="6157A6"/>
                </a:solidFill>
                <a:latin typeface="Lato"/>
                <a:ea typeface="Lato"/>
                <a:cs typeface="Lato"/>
              </a:defRPr>
            </a:pPr>
            <a:r>
              <a:rPr sz="1275" b="1">
                <a:solidFill>
                  <a:srgbClr val="6157A6"/>
                </a:solidFill>
                <a:latin typeface="Lato"/>
                <a:ea typeface="Lato"/>
                <a:cs typeface="Lato"/>
              </a:rPr>
              <a:t>Day 3  /  ObservePoint Configuration</a:t>
            </a:r>
          </a:p>
        </p:txBody>
      </p:sp>
      <p:sp>
        <p:nvSpPr>
          <p:cNvPr id="2" name="Day 3 practical session and learning check">
            <a:extLst xmlns:a="http://schemas.openxmlformats.org/drawingml/2006/main">
              <a:ext uri="{FF2B5EF4-FFF2-40B4-BE49-F238E27FC236}">
                <a16:creationId xmlns:a16="http://schemas.microsoft.com/office/drawing/2014/main" id="{7B413E87-C77B-4563-AA27-533A71A0B244}"/>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Day 3 practical session and learning check</a:t>
            </a:r>
          </a:p>
        </p:txBody>
      </p:sp>
      <p:sp>
        <p:nvSpPr>
          <p:cNvPr id="3" name="">
            <a:extLst xmlns:a="http://schemas.openxmlformats.org/drawingml/2006/main">
              <a:ext uri="{FF2B5EF4-FFF2-40B4-BE49-F238E27FC236}">
                <a16:creationId xmlns:a16="http://schemas.microsoft.com/office/drawing/2014/main" id="{4ABC73C1-1552-40A3-91AA-81B3592E4A8D}"/>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338EF552-3B2A-4F78-9458-D2A926481A53}"/>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23">
            <a:extLst xmlns:a="http://schemas.openxmlformats.org/drawingml/2006/main">
              <a:ext uri="{FF2B5EF4-FFF2-40B4-BE49-F238E27FC236}">
                <a16:creationId xmlns:a16="http://schemas.microsoft.com/office/drawing/2014/main" id="{8B6425A7-B993-4E3E-8568-9C660627D3CA}"/>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23</a:t>
            </a:r>
          </a:p>
        </p:txBody>
      </p:sp>
      <p:graphicFrame>
        <p:nvGraphicFramePr>
          <p:cNvPr id="6" name="">
            <a:extLst xmlns:a="http://schemas.openxmlformats.org/drawingml/2006/main">
              <a:ext uri="{FF2B5EF4-FFF2-40B4-BE49-F238E27FC236}">
                <a16:creationId xmlns:a16="http://schemas.microsoft.com/office/drawing/2014/main" id="{85588B33-60E2-47A0-9F47-A6D28A961D99}"/>
              </a:ext>
            </a:extLst>
          </p:cNvPr>
          <p:cNvGraphicFramePr/>
          <p:nvPr/>
        </p:nvGraphicFramePr>
        <p:xfrm>
          <a:off xmlns:a="http://schemas.openxmlformats.org/drawingml/2006/main" x="609600" y="1724025"/>
          <a:ext xmlns:a="http://schemas.openxmlformats.org/drawingml/2006/main" cx="5238750" cy="3619500"/>
        </p:xfrm>
        <a:graphic xmlns:a="http://schemas.openxmlformats.org/drawingml/2006/main">
          <a:graphicData uri="http://schemas.openxmlformats.org/drawingml/2006/table">
            <a:tbl>
              <a:tblPr/>
              <a:tblGrid>
                <a:gridCol w="4095750"/>
                <a:gridCol w="1143000"/>
              </a:tblGrid>
              <a:tr h="457200">
                <a:tc>
                  <a:txBody>
                    <a:bodyPr lIns="0" tIns="0" rIns="0" bIns="0">
                      <a:noAutofit/>
                    </a:bodyPr>
                    <a:lstStyle/>
                    <a:p>
                      <a:r>
                        <a:rPr sz="1725" b="1">
                          <a:solidFill>
                            <a:srgbClr val="FFFFFF"/>
                          </a:solidFill>
                          <a:latin typeface="Lato"/>
                          <a:ea typeface="Lato"/>
                          <a:cs typeface="Lato"/>
                        </a:rPr>
                        <a:t>Planned session</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Minutes</a:t>
                      </a:r>
                    </a:p>
                  </a:txBody>
                  <a:tcPr marL="91440" marR="91440" marT="45720" marB="45720" anchor="ctr">
                    <a:solidFill>
                      <a:srgbClr val="142D4E"/>
                    </a:solidFill>
                  </a:tcPr>
                </a:tc>
              </a:tr>
              <a:tr h="632460">
                <a:tc>
                  <a:txBody>
                    <a:bodyPr lIns="0" tIns="0" rIns="0" bIns="0">
                      <a:noAutofit/>
                    </a:bodyPr>
                    <a:lstStyle/>
                    <a:p>
                      <a:r>
                        <a:rPr sz="1725" b="0">
                          <a:solidFill>
                            <a:srgbClr val="21344B"/>
                          </a:solidFill>
                          <a:latin typeface="Lato"/>
                          <a:ea typeface="Lato"/>
                          <a:cs typeface="Lato"/>
                        </a:rPr>
                        <a:t>ObservePoint structure and coverage</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45</a:t>
                      </a:r>
                    </a:p>
                  </a:txBody>
                  <a:tcPr marL="91440" marR="91440" marT="45720" marB="45720" anchor="ctr">
                    <a:solidFill>
                      <a:srgbClr val="FFFFFF"/>
                    </a:solidFill>
                  </a:tcPr>
                </a:tc>
              </a:tr>
              <a:tr h="632460">
                <a:tc>
                  <a:txBody>
                    <a:bodyPr lIns="0" tIns="0" rIns="0" bIns="0">
                      <a:noAutofit/>
                    </a:bodyPr>
                    <a:lstStyle/>
                    <a:p>
                      <a:r>
                        <a:rPr sz="1725" b="0">
                          <a:solidFill>
                            <a:srgbClr val="21344B"/>
                          </a:solidFill>
                          <a:latin typeface="Lato"/>
                          <a:ea typeface="Lato"/>
                          <a:cs typeface="Lato"/>
                        </a:rPr>
                        <a:t>Audit setup, consent actions, and journeys</a:t>
                      </a:r>
                    </a:p>
                  </a:txBody>
                  <a:tcPr marL="91440" marR="91440" marT="45720" marB="45720" anchor="ctr">
                    <a:solidFill>
                      <a:srgbClr val="EFF4F8"/>
                    </a:solidFill>
                  </a:tcPr>
                </a:tc>
                <a:tc>
                  <a:txBody>
                    <a:bodyPr lIns="0" tIns="0" rIns="0" bIns="0">
                      <a:noAutofit/>
                    </a:bodyPr>
                    <a:lstStyle/>
                    <a:p>
                      <a:r>
                        <a:rPr sz="1725" b="0">
                          <a:solidFill>
                            <a:srgbClr val="21344B"/>
                          </a:solidFill>
                          <a:latin typeface="Lato"/>
                          <a:ea typeface="Lato"/>
                          <a:cs typeface="Lato"/>
                        </a:rPr>
                        <a:t>60</a:t>
                      </a:r>
                    </a:p>
                  </a:txBody>
                  <a:tcPr marL="91440" marR="91440" marT="45720" marB="45720" anchor="ctr">
                    <a:solidFill>
                      <a:srgbClr val="EFF4F8"/>
                    </a:solidFill>
                  </a:tcPr>
                </a:tc>
              </a:tr>
              <a:tr h="632460">
                <a:tc>
                  <a:txBody>
                    <a:bodyPr lIns="0" tIns="0" rIns="0" bIns="0">
                      <a:noAutofit/>
                    </a:bodyPr>
                    <a:lstStyle/>
                    <a:p>
                      <a:r>
                        <a:rPr sz="1725" b="0">
                          <a:solidFill>
                            <a:srgbClr val="21344B"/>
                          </a:solidFill>
                          <a:latin typeface="Lato"/>
                          <a:ea typeface="Lato"/>
                          <a:cs typeface="Lato"/>
                        </a:rPr>
                        <a:t>Detection, custom tags, and rules</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45</a:t>
                      </a:r>
                    </a:p>
                  </a:txBody>
                  <a:tcPr marL="91440" marR="91440" marT="45720" marB="45720" anchor="ctr">
                    <a:solidFill>
                      <a:srgbClr val="FFFFFF"/>
                    </a:solidFill>
                  </a:tcPr>
                </a:tc>
              </a:tr>
              <a:tr h="632460">
                <a:tc>
                  <a:txBody>
                    <a:bodyPr lIns="0" tIns="0" rIns="0" bIns="0">
                      <a:noAutofit/>
                    </a:bodyPr>
                    <a:lstStyle/>
                    <a:p>
                      <a:r>
                        <a:rPr sz="1725" b="0">
                          <a:solidFill>
                            <a:srgbClr val="21344B"/>
                          </a:solidFill>
                          <a:latin typeface="Lato"/>
                          <a:ea typeface="Lato"/>
                          <a:cs typeface="Lato"/>
                        </a:rPr>
                        <a:t>Scheduling and pilot execution</a:t>
                      </a:r>
                    </a:p>
                  </a:txBody>
                  <a:tcPr marL="91440" marR="91440" marT="45720" marB="45720" anchor="ctr">
                    <a:solidFill>
                      <a:srgbClr val="EFF4F8"/>
                    </a:solidFill>
                  </a:tcPr>
                </a:tc>
                <a:tc>
                  <a:txBody>
                    <a:bodyPr lIns="0" tIns="0" rIns="0" bIns="0">
                      <a:noAutofit/>
                    </a:bodyPr>
                    <a:lstStyle/>
                    <a:p>
                      <a:r>
                        <a:rPr sz="1725" b="0">
                          <a:solidFill>
                            <a:srgbClr val="21344B"/>
                          </a:solidFill>
                          <a:latin typeface="Lato"/>
                          <a:ea typeface="Lato"/>
                          <a:cs typeface="Lato"/>
                        </a:rPr>
                        <a:t>60</a:t>
                      </a:r>
                    </a:p>
                  </a:txBody>
                  <a:tcPr marL="91440" marR="91440" marT="45720" marB="45720" anchor="ctr">
                    <a:solidFill>
                      <a:srgbClr val="EFF4F8"/>
                    </a:solidFill>
                  </a:tcPr>
                </a:tc>
              </a:tr>
              <a:tr h="632460">
                <a:tc>
                  <a:txBody>
                    <a:bodyPr lIns="0" tIns="0" rIns="0" bIns="0">
                      <a:noAutofit/>
                    </a:bodyPr>
                    <a:lstStyle/>
                    <a:p>
                      <a:r>
                        <a:rPr sz="1725" b="0">
                          <a:solidFill>
                            <a:srgbClr val="21344B"/>
                          </a:solidFill>
                          <a:latin typeface="Lato"/>
                          <a:ea typeface="Lato"/>
                          <a:cs typeface="Lato"/>
                        </a:rPr>
                        <a:t>Results review and recap</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30</a:t>
                      </a:r>
                    </a:p>
                  </a:txBody>
                  <a:tcPr marL="91440" marR="91440" marT="45720" marB="45720" anchor="ctr">
                    <a:solidFill>
                      <a:srgbClr val="FFFFFF"/>
                    </a:solidFill>
                  </a:tcPr>
                </a:tc>
              </a:tr>
            </a:tbl>
          </a:graphicData>
        </a:graphic>
      </p:graphicFrame>
      <p:sp>
        <p:nvSpPr>
          <p:cNvPr id="7" name="Walkthrough and learner output">
            <a:extLst xmlns:a="http://schemas.openxmlformats.org/drawingml/2006/main">
              <a:ext uri="{FF2B5EF4-FFF2-40B4-BE49-F238E27FC236}">
                <a16:creationId xmlns:a16="http://schemas.microsoft.com/office/drawing/2014/main" id="{39849BF7-CC51-442A-81C0-E119D21BEEC5}"/>
              </a:ext>
            </a:extLst>
          </p:cNvPr>
          <p:cNvSpPr>
            <a:spLocks xmlns:a="http://schemas.openxmlformats.org/drawingml/2006/main" noGrp="1"/>
          </p:cNvSpPr>
          <p:nvPr/>
        </p:nvSpPr>
        <p:spPr>
          <a:xfrm xmlns:a="http://schemas.openxmlformats.org/drawingml/2006/main">
            <a:off x="6334125" y="17240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Walkthrough and learner output</a:t>
            </a:r>
          </a:p>
        </p:txBody>
      </p:sp>
      <p:sp>
        <p:nvSpPr>
          <p:cNvPr id="8" name="Configure a training audit with a URL list and consent actions. R">
            <a:extLst xmlns:a="http://schemas.openxmlformats.org/drawingml/2006/main">
              <a:ext uri="{FF2B5EF4-FFF2-40B4-BE49-F238E27FC236}">
                <a16:creationId xmlns:a16="http://schemas.microsoft.com/office/drawing/2014/main" id="{93DDB060-5830-498C-A83F-CE36484EC6B5}"/>
              </a:ext>
            </a:extLst>
          </p:cNvPr>
          <p:cNvSpPr>
            <a:spLocks xmlns:a="http://schemas.openxmlformats.org/drawingml/2006/main" noGrp="1"/>
          </p:cNvSpPr>
          <p:nvPr/>
        </p:nvSpPr>
        <p:spPr>
          <a:xfrm xmlns:a="http://schemas.openxmlformats.org/drawingml/2006/main">
            <a:off x="6334125" y="2295525"/>
            <a:ext cx="5238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algn="l">
              <a:defRPr sz="1875" b="0">
                <a:solidFill>
                  <a:srgbClr val="21344B"/>
                </a:solidFill>
                <a:latin typeface="Lato"/>
                <a:ea typeface="Lato"/>
                <a:cs typeface="Lato"/>
              </a:defRPr>
            </a:pPr>
            <a:r>
              <a:rPr sz="1875" b="0">
                <a:solidFill>
                  <a:srgbClr val="21344B"/>
                </a:solidFill>
                <a:latin typeface="Lato"/>
                <a:ea typeface="Lato"/>
                <a:cs typeface="Lato"/>
              </a:rPr>
              <a:t>Configure a training audit with a URL list and consent actions. Review native detection, configure a custom tag, create presence/absence rules, and run a pilot.</a:t>
            </a:r>
          </a:p>
        </p:txBody>
      </p:sp>
      <p:sp>
        <p:nvSpPr>
          <p:cNvPr id="9" name="Learning check">
            <a:extLst xmlns:a="http://schemas.openxmlformats.org/drawingml/2006/main">
              <a:ext uri="{FF2B5EF4-FFF2-40B4-BE49-F238E27FC236}">
                <a16:creationId xmlns:a16="http://schemas.microsoft.com/office/drawing/2014/main" id="{F1A84FF3-A014-4DA0-B13B-C3EE57E8C852}"/>
              </a:ext>
            </a:extLst>
          </p:cNvPr>
          <p:cNvSpPr>
            <a:spLocks xmlns:a="http://schemas.openxmlformats.org/drawingml/2006/main" noGrp="1"/>
          </p:cNvSpPr>
          <p:nvPr/>
        </p:nvSpPr>
        <p:spPr>
          <a:xfrm xmlns:a="http://schemas.openxmlformats.org/drawingml/2006/main">
            <a:off x="6334125" y="39243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D4E"/>
                </a:solidFill>
                <a:latin typeface="Lato"/>
                <a:ea typeface="Lato"/>
                <a:cs typeface="Lato"/>
              </a:defRPr>
            </a:defPPr>
          </a:lstStyle>
          <a:p xmlns:a="http://schemas.openxmlformats.org/drawingml/2006/main">
            <a:pPr algn="l">
              <a:defRPr sz="1950" b="1">
                <a:solidFill>
                  <a:srgbClr val="142D4E"/>
                </a:solidFill>
                <a:latin typeface="Lato"/>
                <a:ea typeface="Lato"/>
                <a:cs typeface="Lato"/>
              </a:defRPr>
            </a:pPr>
            <a:r>
              <a:rPr sz="1950" b="1">
                <a:solidFill>
                  <a:srgbClr val="142D4E"/>
                </a:solidFill>
                <a:latin typeface="Lato"/>
                <a:ea typeface="Lato"/>
                <a:cs typeface="Lato"/>
              </a:rPr>
              <a:t>Learning check</a:t>
            </a:r>
          </a:p>
        </p:txBody>
      </p:sp>
      <p:sp>
        <p:nvSpPr>
          <p:cNvPr id="10" name="Explain the audit configuration and demonstrate rule evaluation o">
            <a:extLst xmlns:a="http://schemas.openxmlformats.org/drawingml/2006/main">
              <a:ext uri="{FF2B5EF4-FFF2-40B4-BE49-F238E27FC236}">
                <a16:creationId xmlns:a16="http://schemas.microsoft.com/office/drawing/2014/main" id="{97138DFF-2A83-49AC-B815-9C3AF8ACB3DE}"/>
              </a:ext>
            </a:extLst>
          </p:cNvPr>
          <p:cNvSpPr>
            <a:spLocks xmlns:a="http://schemas.openxmlformats.org/drawingml/2006/main" noGrp="1"/>
          </p:cNvSpPr>
          <p:nvPr/>
        </p:nvSpPr>
        <p:spPr>
          <a:xfrm xmlns:a="http://schemas.openxmlformats.org/drawingml/2006/main">
            <a:off x="6334125" y="4381500"/>
            <a:ext cx="5238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algn="l">
              <a:defRPr sz="1875" b="0">
                <a:solidFill>
                  <a:srgbClr val="21344B"/>
                </a:solidFill>
                <a:latin typeface="Lato"/>
                <a:ea typeface="Lato"/>
                <a:cs typeface="Lato"/>
              </a:defRPr>
            </a:pPr>
            <a:r>
              <a:rPr sz="1875" b="0">
                <a:solidFill>
                  <a:srgbClr val="21344B"/>
                </a:solidFill>
                <a:latin typeface="Lato"/>
                <a:ea typeface="Lato"/>
                <a:cs typeface="Lato"/>
              </a:rPr>
              <a:t>Explain the audit configuration and demonstrate rule evaluation on a valid pilot run.</a:t>
            </a:r>
          </a:p>
        </p:txBody>
      </p:sp>
      <p:sp>
        <p:nvSpPr>
          <p:cNvPr id="11" name="">
            <a:extLst xmlns:a="http://schemas.openxmlformats.org/drawingml/2006/main">
              <a:ext uri="{FF2B5EF4-FFF2-40B4-BE49-F238E27FC236}">
                <a16:creationId xmlns:a16="http://schemas.microsoft.com/office/drawing/2014/main" id="{31152597-51CA-4661-B51C-BDD1BC9713A9}"/>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12" name="Expected outcome">
            <a:extLst xmlns:a="http://schemas.openxmlformats.org/drawingml/2006/main">
              <a:ext uri="{FF2B5EF4-FFF2-40B4-BE49-F238E27FC236}">
                <a16:creationId xmlns:a16="http://schemas.microsoft.com/office/drawing/2014/main" id="{FA046D43-6D7D-462B-A857-69B0E77EC38E}"/>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Expected outcome</a:t>
            </a:r>
          </a:p>
        </p:txBody>
      </p:sp>
      <p:sp>
        <p:nvSpPr>
          <p:cNvPr id="13" name="Understand how to configure ObservePoint audits, create vendor de">
            <a:extLst xmlns:a="http://schemas.openxmlformats.org/drawingml/2006/main">
              <a:ext uri="{FF2B5EF4-FFF2-40B4-BE49-F238E27FC236}">
                <a16:creationId xmlns:a16="http://schemas.microsoft.com/office/drawing/2014/main" id="{F4DE51F9-EE35-412D-80CA-DEBBDC2E947F}"/>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Understand how to configure ObservePoint audits, create vendor detection rules, and validate expected behaviour.</a:t>
            </a:r>
          </a:p>
        </p:txBody>
      </p:sp>
    </p:spTree>
    <p:extLst>
      <p:ext uri="{BB962C8B-B14F-4D97-AF65-F5344CB8AC3E}">
        <p14:creationId xmlns:p14="http://schemas.microsoft.com/office/powerpoint/2010/main" val="180073986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99E28FE5-5C2D-4829-97BE-7AD578759D37}"/>
              </a:ext>
            </a:extLst>
          </p:cNvPr>
          <p:cNvCxnSpPr>
            <a:stCxn xmlns:a="http://schemas.openxmlformats.org/drawingml/2006/main" id="12" idx="3"/>
            <a:endCxn xmlns:a="http://schemas.openxmlformats.org/drawingml/2006/main" id="15" idx="1"/>
          </p:cNvCxnSpPr>
          <p:nvPr/>
        </p:nvCxnSpPr>
        <p:spPr>
          <a:xfrm xmlns:a="http://schemas.openxmlformats.org/drawingml/2006/main">
            <a:off x="8758238"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D18B9B75-ABDF-4848-A8B0-E6CCB186E9A6}"/>
              </a:ext>
            </a:extLst>
          </p:cNvPr>
          <p:cNvCxnSpPr>
            <a:stCxn xmlns:a="http://schemas.openxmlformats.org/drawingml/2006/main" id="9" idx="3"/>
            <a:endCxn xmlns:a="http://schemas.openxmlformats.org/drawingml/2006/main" id="12" idx="1"/>
          </p:cNvCxnSpPr>
          <p:nvPr/>
        </p:nvCxnSpPr>
        <p:spPr>
          <a:xfrm xmlns:a="http://schemas.openxmlformats.org/drawingml/2006/main">
            <a:off x="5934076" y="2857500"/>
            <a:ext cx="323849"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1862AA14-36A3-497C-A5B1-B456DBC070A6}"/>
              </a:ext>
            </a:extLst>
          </p:cNvPr>
          <p:cNvCxnSpPr>
            <a:stCxn xmlns:a="http://schemas.openxmlformats.org/drawingml/2006/main" id="6" idx="3"/>
            <a:endCxn xmlns:a="http://schemas.openxmlformats.org/drawingml/2006/main" id="9" idx="1"/>
          </p:cNvCxnSpPr>
          <p:nvPr/>
        </p:nvCxnSpPr>
        <p:spPr>
          <a:xfrm xmlns:a="http://schemas.openxmlformats.org/drawingml/2006/main">
            <a:off x="3109913"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sp>
        <p:nvSpPr>
          <p:cNvPr id="24" name="Day 4  /  Audit Validation &amp; Reporting">
            <a:extLst xmlns:a="http://schemas.openxmlformats.org/drawingml/2006/main">
              <a:ext uri="{FF2B5EF4-FFF2-40B4-BE49-F238E27FC236}">
                <a16:creationId xmlns:a16="http://schemas.microsoft.com/office/drawing/2014/main" id="{D8559906-8852-4211-9566-4E678664FC7C}"/>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26724"/>
                </a:solidFill>
                <a:latin typeface="Lato"/>
                <a:ea typeface="Lato"/>
                <a:cs typeface="Lato"/>
              </a:defRPr>
            </a:defPPr>
          </a:lstStyle>
          <a:p xmlns:a="http://schemas.openxmlformats.org/drawingml/2006/main">
            <a:pPr algn="l">
              <a:defRPr sz="1275" b="1">
                <a:solidFill>
                  <a:srgbClr val="B26724"/>
                </a:solidFill>
                <a:latin typeface="Lato"/>
                <a:ea typeface="Lato"/>
                <a:cs typeface="Lato"/>
              </a:defRPr>
            </a:pPr>
            <a:r>
              <a:rPr sz="1275" b="1">
                <a:solidFill>
                  <a:srgbClr val="B26724"/>
                </a:solidFill>
                <a:latin typeface="Lato"/>
                <a:ea typeface="Lato"/>
                <a:cs typeface="Lato"/>
              </a:rPr>
              <a:t>Day 4  /  Audit Validation &amp; Reporting</a:t>
            </a:r>
          </a:p>
        </p:txBody>
      </p:sp>
      <p:sp>
        <p:nvSpPr>
          <p:cNvPr id="2" name="Audit report review and result validity">
            <a:extLst xmlns:a="http://schemas.openxmlformats.org/drawingml/2006/main">
              <a:ext uri="{FF2B5EF4-FFF2-40B4-BE49-F238E27FC236}">
                <a16:creationId xmlns:a16="http://schemas.microsoft.com/office/drawing/2014/main" id="{0D19C9A5-B1A9-4A98-A5E0-A06048124CDD}"/>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Audit report review and result validity</a:t>
            </a:r>
          </a:p>
        </p:txBody>
      </p:sp>
      <p:sp>
        <p:nvSpPr>
          <p:cNvPr id="3" name="">
            <a:extLst xmlns:a="http://schemas.openxmlformats.org/drawingml/2006/main">
              <a:ext uri="{FF2B5EF4-FFF2-40B4-BE49-F238E27FC236}">
                <a16:creationId xmlns:a16="http://schemas.microsoft.com/office/drawing/2014/main" id="{D2937967-AB12-470F-8DD3-28FFAF2399EA}"/>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8363D517-CF54-49A6-9480-1EB09B7A9CE3}"/>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24">
            <a:extLst xmlns:a="http://schemas.openxmlformats.org/drawingml/2006/main">
              <a:ext uri="{FF2B5EF4-FFF2-40B4-BE49-F238E27FC236}">
                <a16:creationId xmlns:a16="http://schemas.microsoft.com/office/drawing/2014/main" id="{AB45126F-CA38-4829-AA58-61CC869F5899}"/>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24</a:t>
            </a:r>
          </a:p>
        </p:txBody>
      </p:sp>
      <p:sp>
        <p:nvSpPr>
          <p:cNvPr id="6" name="Check the run">
            <a:extLst xmlns:a="http://schemas.openxmlformats.org/drawingml/2006/main">
              <a:ext uri="{FF2B5EF4-FFF2-40B4-BE49-F238E27FC236}">
                <a16:creationId xmlns:a16="http://schemas.microsoft.com/office/drawing/2014/main" id="{66824B53-7C7E-4AC0-B512-ADE6A193C8C1}"/>
              </a:ext>
            </a:extLst>
          </p:cNvPr>
          <p:cNvSpPr>
            <a:spLocks xmlns:a="http://schemas.openxmlformats.org/drawingml/2006/main" noGrp="1"/>
          </p:cNvSpPr>
          <p:nvPr/>
        </p:nvSpPr>
        <p:spPr>
          <a:xfrm xmlns:a="http://schemas.openxmlformats.org/drawingml/2006/main">
            <a:off x="609600"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Check the run</a:t>
            </a:r>
          </a:p>
        </p:txBody>
      </p:sp>
      <p:sp>
        <p:nvSpPr>
          <p:cNvPr id="7" name="01">
            <a:extLst xmlns:a="http://schemas.openxmlformats.org/drawingml/2006/main">
              <a:ext uri="{FF2B5EF4-FFF2-40B4-BE49-F238E27FC236}">
                <a16:creationId xmlns:a16="http://schemas.microsoft.com/office/drawing/2014/main" id="{BBD819D1-DE0C-4AF4-A2AC-D53707A1854E}"/>
              </a:ext>
            </a:extLst>
          </p:cNvPr>
          <p:cNvSpPr>
            <a:spLocks xmlns:a="http://schemas.openxmlformats.org/drawingml/2006/main" noGrp="1"/>
          </p:cNvSpPr>
          <p:nvPr/>
        </p:nvSpPr>
        <p:spPr>
          <a:xfrm xmlns:a="http://schemas.openxmlformats.org/drawingml/2006/main">
            <a:off x="609600"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26724"/>
                </a:solidFill>
                <a:latin typeface="Lato"/>
                <a:ea typeface="Lato"/>
                <a:cs typeface="Lato"/>
              </a:defRPr>
            </a:defPPr>
          </a:lstStyle>
          <a:p xmlns:a="http://schemas.openxmlformats.org/drawingml/2006/main">
            <a:pPr algn="l">
              <a:defRPr sz="1650" b="1">
                <a:solidFill>
                  <a:srgbClr val="B26724"/>
                </a:solidFill>
                <a:latin typeface="Lato"/>
                <a:ea typeface="Lato"/>
                <a:cs typeface="Lato"/>
              </a:defRPr>
            </a:pPr>
            <a:r>
              <a:rPr sz="1650" b="1">
                <a:solidFill>
                  <a:srgbClr val="B26724"/>
                </a:solidFill>
                <a:latin typeface="Lato"/>
                <a:ea typeface="Lato"/>
                <a:cs typeface="Lato"/>
              </a:rPr>
              <a:t>01</a:t>
            </a:r>
          </a:p>
        </p:txBody>
      </p:sp>
      <p:sp>
        <p:nvSpPr>
          <p:cNvPr id="8" name="Run ID, time, completion status, and configuration.">
            <a:extLst xmlns:a="http://schemas.openxmlformats.org/drawingml/2006/main">
              <a:ext uri="{FF2B5EF4-FFF2-40B4-BE49-F238E27FC236}">
                <a16:creationId xmlns:a16="http://schemas.microsoft.com/office/drawing/2014/main" id="{B2F6088F-7765-44E7-8D4D-6E900535E4F0}"/>
              </a:ext>
            </a:extLst>
          </p:cNvPr>
          <p:cNvSpPr>
            <a:spLocks xmlns:a="http://schemas.openxmlformats.org/drawingml/2006/main" noGrp="1"/>
          </p:cNvSpPr>
          <p:nvPr/>
        </p:nvSpPr>
        <p:spPr>
          <a:xfrm xmlns:a="http://schemas.openxmlformats.org/drawingml/2006/main">
            <a:off x="609600"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Run ID, time, completion status, and configuration.</a:t>
            </a:r>
          </a:p>
        </p:txBody>
      </p:sp>
      <p:sp>
        <p:nvSpPr>
          <p:cNvPr id="9" name="Check coverage">
            <a:extLst xmlns:a="http://schemas.openxmlformats.org/drawingml/2006/main">
              <a:ext uri="{FF2B5EF4-FFF2-40B4-BE49-F238E27FC236}">
                <a16:creationId xmlns:a16="http://schemas.microsoft.com/office/drawing/2014/main" id="{375F58F3-724C-4163-ADEB-AA4D67156D29}"/>
              </a:ext>
            </a:extLst>
          </p:cNvPr>
          <p:cNvSpPr>
            <a:spLocks xmlns:a="http://schemas.openxmlformats.org/drawingml/2006/main" noGrp="1"/>
          </p:cNvSpPr>
          <p:nvPr/>
        </p:nvSpPr>
        <p:spPr>
          <a:xfrm xmlns:a="http://schemas.openxmlformats.org/drawingml/2006/main">
            <a:off x="3433763"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Check coverage</a:t>
            </a:r>
          </a:p>
        </p:txBody>
      </p:sp>
      <p:sp>
        <p:nvSpPr>
          <p:cNvPr id="10" name="02">
            <a:extLst xmlns:a="http://schemas.openxmlformats.org/drawingml/2006/main">
              <a:ext uri="{FF2B5EF4-FFF2-40B4-BE49-F238E27FC236}">
                <a16:creationId xmlns:a16="http://schemas.microsoft.com/office/drawing/2014/main" id="{BB903F84-FE66-4852-AAF3-B21A91FF16AE}"/>
              </a:ext>
            </a:extLst>
          </p:cNvPr>
          <p:cNvSpPr>
            <a:spLocks xmlns:a="http://schemas.openxmlformats.org/drawingml/2006/main" noGrp="1"/>
          </p:cNvSpPr>
          <p:nvPr/>
        </p:nvSpPr>
        <p:spPr>
          <a:xfrm xmlns:a="http://schemas.openxmlformats.org/drawingml/2006/main">
            <a:off x="3433763"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26724"/>
                </a:solidFill>
                <a:latin typeface="Lato"/>
                <a:ea typeface="Lato"/>
                <a:cs typeface="Lato"/>
              </a:defRPr>
            </a:defPPr>
          </a:lstStyle>
          <a:p xmlns:a="http://schemas.openxmlformats.org/drawingml/2006/main">
            <a:pPr algn="l">
              <a:defRPr sz="1650" b="1">
                <a:solidFill>
                  <a:srgbClr val="B26724"/>
                </a:solidFill>
                <a:latin typeface="Lato"/>
                <a:ea typeface="Lato"/>
                <a:cs typeface="Lato"/>
              </a:defRPr>
            </a:pPr>
            <a:r>
              <a:rPr sz="1650" b="1">
                <a:solidFill>
                  <a:srgbClr val="B26724"/>
                </a:solidFill>
                <a:latin typeface="Lato"/>
                <a:ea typeface="Lato"/>
                <a:cs typeface="Lato"/>
              </a:rPr>
              <a:t>02</a:t>
            </a:r>
          </a:p>
        </p:txBody>
      </p:sp>
      <p:sp>
        <p:nvSpPr>
          <p:cNvPr id="11" name="Pages scanned, redirects, failures, and exclusions.">
            <a:extLst xmlns:a="http://schemas.openxmlformats.org/drawingml/2006/main">
              <a:ext uri="{FF2B5EF4-FFF2-40B4-BE49-F238E27FC236}">
                <a16:creationId xmlns:a16="http://schemas.microsoft.com/office/drawing/2014/main" id="{27CEAEE7-10B4-45CA-8847-3B827A5F99F1}"/>
              </a:ext>
            </a:extLst>
          </p:cNvPr>
          <p:cNvSpPr>
            <a:spLocks xmlns:a="http://schemas.openxmlformats.org/drawingml/2006/main" noGrp="1"/>
          </p:cNvSpPr>
          <p:nvPr/>
        </p:nvSpPr>
        <p:spPr>
          <a:xfrm xmlns:a="http://schemas.openxmlformats.org/drawingml/2006/main">
            <a:off x="3433763"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Pages scanned, redirects, failures, and exclusions.</a:t>
            </a:r>
          </a:p>
        </p:txBody>
      </p:sp>
      <p:sp>
        <p:nvSpPr>
          <p:cNvPr id="12" name="Check scenario">
            <a:extLst xmlns:a="http://schemas.openxmlformats.org/drawingml/2006/main">
              <a:ext uri="{FF2B5EF4-FFF2-40B4-BE49-F238E27FC236}">
                <a16:creationId xmlns:a16="http://schemas.microsoft.com/office/drawing/2014/main" id="{84C1948C-C80D-4CB9-9DC6-EB2A4F54477C}"/>
              </a:ext>
            </a:extLst>
          </p:cNvPr>
          <p:cNvSpPr>
            <a:spLocks xmlns:a="http://schemas.openxmlformats.org/drawingml/2006/main" noGrp="1"/>
          </p:cNvSpPr>
          <p:nvPr/>
        </p:nvSpPr>
        <p:spPr>
          <a:xfrm xmlns:a="http://schemas.openxmlformats.org/drawingml/2006/main">
            <a:off x="6257925"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Check scenario</a:t>
            </a:r>
          </a:p>
        </p:txBody>
      </p:sp>
      <p:sp>
        <p:nvSpPr>
          <p:cNvPr id="13" name="03">
            <a:extLst xmlns:a="http://schemas.openxmlformats.org/drawingml/2006/main">
              <a:ext uri="{FF2B5EF4-FFF2-40B4-BE49-F238E27FC236}">
                <a16:creationId xmlns:a16="http://schemas.microsoft.com/office/drawing/2014/main" id="{5A9F395C-7D7A-4DBB-A1EE-635BD954268E}"/>
              </a:ext>
            </a:extLst>
          </p:cNvPr>
          <p:cNvSpPr>
            <a:spLocks xmlns:a="http://schemas.openxmlformats.org/drawingml/2006/main" noGrp="1"/>
          </p:cNvSpPr>
          <p:nvPr/>
        </p:nvSpPr>
        <p:spPr>
          <a:xfrm xmlns:a="http://schemas.openxmlformats.org/drawingml/2006/main">
            <a:off x="6257925"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26724"/>
                </a:solidFill>
                <a:latin typeface="Lato"/>
                <a:ea typeface="Lato"/>
                <a:cs typeface="Lato"/>
              </a:defRPr>
            </a:defPPr>
          </a:lstStyle>
          <a:p xmlns:a="http://schemas.openxmlformats.org/drawingml/2006/main">
            <a:pPr algn="l">
              <a:defRPr sz="1650" b="1">
                <a:solidFill>
                  <a:srgbClr val="B26724"/>
                </a:solidFill>
                <a:latin typeface="Lato"/>
                <a:ea typeface="Lato"/>
                <a:cs typeface="Lato"/>
              </a:defRPr>
            </a:pPr>
            <a:r>
              <a:rPr sz="1650" b="1">
                <a:solidFill>
                  <a:srgbClr val="B26724"/>
                </a:solidFill>
                <a:latin typeface="Lato"/>
                <a:ea typeface="Lato"/>
                <a:cs typeface="Lato"/>
              </a:rPr>
              <a:t>03</a:t>
            </a:r>
          </a:p>
        </p:txBody>
      </p:sp>
      <p:sp>
        <p:nvSpPr>
          <p:cNvPr id="14" name="Consent actions, saved state, trigger, and timing.">
            <a:extLst xmlns:a="http://schemas.openxmlformats.org/drawingml/2006/main">
              <a:ext uri="{FF2B5EF4-FFF2-40B4-BE49-F238E27FC236}">
                <a16:creationId xmlns:a16="http://schemas.microsoft.com/office/drawing/2014/main" id="{04E16595-553E-4489-BFCA-10F8EE0CA765}"/>
              </a:ext>
            </a:extLst>
          </p:cNvPr>
          <p:cNvSpPr>
            <a:spLocks xmlns:a="http://schemas.openxmlformats.org/drawingml/2006/main" noGrp="1"/>
          </p:cNvSpPr>
          <p:nvPr/>
        </p:nvSpPr>
        <p:spPr>
          <a:xfrm xmlns:a="http://schemas.openxmlformats.org/drawingml/2006/main">
            <a:off x="6257925"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Consent actions, saved state, trigger, and timing.</a:t>
            </a:r>
          </a:p>
        </p:txBody>
      </p:sp>
      <p:sp>
        <p:nvSpPr>
          <p:cNvPr id="15" name="Interpret results">
            <a:extLst xmlns:a="http://schemas.openxmlformats.org/drawingml/2006/main">
              <a:ext uri="{FF2B5EF4-FFF2-40B4-BE49-F238E27FC236}">
                <a16:creationId xmlns:a16="http://schemas.microsoft.com/office/drawing/2014/main" id="{BEEB819A-1017-460F-B348-56CEBFEAA50E}"/>
              </a:ext>
            </a:extLst>
          </p:cNvPr>
          <p:cNvSpPr>
            <a:spLocks xmlns:a="http://schemas.openxmlformats.org/drawingml/2006/main" noGrp="1"/>
          </p:cNvSpPr>
          <p:nvPr/>
        </p:nvSpPr>
        <p:spPr>
          <a:xfrm xmlns:a="http://schemas.openxmlformats.org/drawingml/2006/main">
            <a:off x="9082088"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Interpret results</a:t>
            </a:r>
          </a:p>
        </p:txBody>
      </p:sp>
      <p:sp>
        <p:nvSpPr>
          <p:cNvPr id="16" name="04">
            <a:extLst xmlns:a="http://schemas.openxmlformats.org/drawingml/2006/main">
              <a:ext uri="{FF2B5EF4-FFF2-40B4-BE49-F238E27FC236}">
                <a16:creationId xmlns:a16="http://schemas.microsoft.com/office/drawing/2014/main" id="{FC347358-3BA1-40DE-B450-D53A97A774FE}"/>
              </a:ext>
            </a:extLst>
          </p:cNvPr>
          <p:cNvSpPr>
            <a:spLocks xmlns:a="http://schemas.openxmlformats.org/drawingml/2006/main" noGrp="1"/>
          </p:cNvSpPr>
          <p:nvPr/>
        </p:nvSpPr>
        <p:spPr>
          <a:xfrm xmlns:a="http://schemas.openxmlformats.org/drawingml/2006/main">
            <a:off x="9082088"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26724"/>
                </a:solidFill>
                <a:latin typeface="Lato"/>
                <a:ea typeface="Lato"/>
                <a:cs typeface="Lato"/>
              </a:defRPr>
            </a:defPPr>
          </a:lstStyle>
          <a:p xmlns:a="http://schemas.openxmlformats.org/drawingml/2006/main">
            <a:pPr algn="l">
              <a:defRPr sz="1650" b="1">
                <a:solidFill>
                  <a:srgbClr val="B26724"/>
                </a:solidFill>
                <a:latin typeface="Lato"/>
                <a:ea typeface="Lato"/>
                <a:cs typeface="Lato"/>
              </a:defRPr>
            </a:pPr>
            <a:r>
              <a:rPr sz="1650" b="1">
                <a:solidFill>
                  <a:srgbClr val="B26724"/>
                </a:solidFill>
                <a:latin typeface="Lato"/>
                <a:ea typeface="Lato"/>
                <a:cs typeface="Lato"/>
              </a:rPr>
              <a:t>04</a:t>
            </a:r>
          </a:p>
        </p:txBody>
      </p:sp>
      <p:sp>
        <p:nvSpPr>
          <p:cNvPr id="17" name="Tags, cookies, diagnostic variables, and rule outcomes.">
            <a:extLst xmlns:a="http://schemas.openxmlformats.org/drawingml/2006/main">
              <a:ext uri="{FF2B5EF4-FFF2-40B4-BE49-F238E27FC236}">
                <a16:creationId xmlns:a16="http://schemas.microsoft.com/office/drawing/2014/main" id="{7E47AD35-B0A1-439E-AEFF-E445ACC15D5A}"/>
              </a:ext>
            </a:extLst>
          </p:cNvPr>
          <p:cNvSpPr>
            <a:spLocks xmlns:a="http://schemas.openxmlformats.org/drawingml/2006/main" noGrp="1"/>
          </p:cNvSpPr>
          <p:nvPr/>
        </p:nvSpPr>
        <p:spPr>
          <a:xfrm xmlns:a="http://schemas.openxmlformats.org/drawingml/2006/main">
            <a:off x="9082088"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Tags, cookies, diagnostic variables, and rule outcomes.</a:t>
            </a:r>
          </a:p>
        </p:txBody>
      </p:sp>
      <p:sp>
        <p:nvSpPr>
          <p:cNvPr id="21" name="">
            <a:extLst xmlns:a="http://schemas.openxmlformats.org/drawingml/2006/main">
              <a:ext uri="{FF2B5EF4-FFF2-40B4-BE49-F238E27FC236}">
                <a16:creationId xmlns:a16="http://schemas.microsoft.com/office/drawing/2014/main" id="{8875A6B8-5167-4641-80E4-0D6E08AE081F}"/>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22" name="Practical focus">
            <a:extLst xmlns:a="http://schemas.openxmlformats.org/drawingml/2006/main">
              <a:ext uri="{FF2B5EF4-FFF2-40B4-BE49-F238E27FC236}">
                <a16:creationId xmlns:a16="http://schemas.microsoft.com/office/drawing/2014/main" id="{509B56A8-5800-4B04-B8AD-88210644C9FF}"/>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23" name="The learner separates a valid result from a failed test setup or ">
            <a:extLst xmlns:a="http://schemas.openxmlformats.org/drawingml/2006/main">
              <a:ext uri="{FF2B5EF4-FFF2-40B4-BE49-F238E27FC236}">
                <a16:creationId xmlns:a16="http://schemas.microsoft.com/office/drawing/2014/main" id="{017320A7-57C4-4B2F-8B10-6080A6DD4345}"/>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The learner separates a valid result from a failed test setup or an incomplete observation.</a:t>
            </a:r>
          </a:p>
        </p:txBody>
      </p:sp>
    </p:spTree>
    <p:extLst>
      <p:ext uri="{BB962C8B-B14F-4D97-AF65-F5344CB8AC3E}">
        <p14:creationId xmlns:p14="http://schemas.microsoft.com/office/powerpoint/2010/main" val="1145931338"/>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y 4  /  Audit Validation &amp; Reporting">
            <a:extLst xmlns:a="http://schemas.openxmlformats.org/drawingml/2006/main">
              <a:ext uri="{FF2B5EF4-FFF2-40B4-BE49-F238E27FC236}">
                <a16:creationId xmlns:a16="http://schemas.microsoft.com/office/drawing/2014/main" id="{0409C9F4-23DA-46F4-AC29-451F6405BDF9}"/>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26724"/>
                </a:solidFill>
                <a:latin typeface="Lato"/>
                <a:ea typeface="Lato"/>
                <a:cs typeface="Lato"/>
              </a:defRPr>
            </a:defPPr>
          </a:lstStyle>
          <a:p xmlns:a="http://schemas.openxmlformats.org/drawingml/2006/main">
            <a:pPr algn="l">
              <a:defRPr sz="1275" b="1">
                <a:solidFill>
                  <a:srgbClr val="B26724"/>
                </a:solidFill>
                <a:latin typeface="Lato"/>
                <a:ea typeface="Lato"/>
                <a:cs typeface="Lato"/>
              </a:defRPr>
            </a:pPr>
            <a:r>
              <a:rPr sz="1275" b="1">
                <a:solidFill>
                  <a:srgbClr val="B26724"/>
                </a:solidFill>
                <a:latin typeface="Lato"/>
                <a:ea typeface="Lato"/>
                <a:cs typeface="Lato"/>
              </a:rPr>
              <a:t>Day 4  /  Audit Validation &amp; Reporting</a:t>
            </a:r>
          </a:p>
        </p:txBody>
      </p:sp>
      <p:sp>
        <p:nvSpPr>
          <p:cNvPr id="2" name="Vendor firing issues and validation decisions">
            <a:extLst xmlns:a="http://schemas.openxmlformats.org/drawingml/2006/main">
              <a:ext uri="{FF2B5EF4-FFF2-40B4-BE49-F238E27FC236}">
                <a16:creationId xmlns:a16="http://schemas.microsoft.com/office/drawing/2014/main" id="{00DE6E3C-52A8-4924-9E0F-296E5B93DC9C}"/>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Vendor firing issues and validation decisions</a:t>
            </a:r>
          </a:p>
        </p:txBody>
      </p:sp>
      <p:sp>
        <p:nvSpPr>
          <p:cNvPr id="3" name="">
            <a:extLst xmlns:a="http://schemas.openxmlformats.org/drawingml/2006/main">
              <a:ext uri="{FF2B5EF4-FFF2-40B4-BE49-F238E27FC236}">
                <a16:creationId xmlns:a16="http://schemas.microsoft.com/office/drawing/2014/main" id="{5947E1F7-DA93-4EC0-8EA0-24BE8960C34A}"/>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0768B65F-DD5C-47BC-85B3-DF702904F2E4}"/>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25">
            <a:extLst xmlns:a="http://schemas.openxmlformats.org/drawingml/2006/main">
              <a:ext uri="{FF2B5EF4-FFF2-40B4-BE49-F238E27FC236}">
                <a16:creationId xmlns:a16="http://schemas.microsoft.com/office/drawing/2014/main" id="{B56FD72B-C9D4-48D0-ABBA-F30E8C686C5E}"/>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25</a:t>
            </a:r>
          </a:p>
        </p:txBody>
      </p:sp>
      <p:graphicFrame>
        <p:nvGraphicFramePr>
          <p:cNvPr id="6" name="">
            <a:extLst xmlns:a="http://schemas.openxmlformats.org/drawingml/2006/main">
              <a:ext uri="{FF2B5EF4-FFF2-40B4-BE49-F238E27FC236}">
                <a16:creationId xmlns:a16="http://schemas.microsoft.com/office/drawing/2014/main" id="{0E35D154-CB83-4DD5-8545-96DBF8E8171C}"/>
              </a:ext>
            </a:extLst>
          </p:cNvPr>
          <p:cNvGraphicFramePr/>
          <p:nvPr/>
        </p:nvGraphicFramePr>
        <p:xfrm>
          <a:off xmlns:a="http://schemas.openxmlformats.org/drawingml/2006/main" x="609600" y="1724025"/>
          <a:ext xmlns:a="http://schemas.openxmlformats.org/drawingml/2006/main" cx="10972800" cy="3714750"/>
        </p:xfrm>
        <a:graphic xmlns:a="http://schemas.openxmlformats.org/drawingml/2006/main">
          <a:graphicData uri="http://schemas.openxmlformats.org/drawingml/2006/table">
            <a:tbl>
              <a:tblPr/>
              <a:tblGrid>
                <a:gridCol w="3190875"/>
                <a:gridCol w="3476625"/>
                <a:gridCol w="4305300"/>
              </a:tblGrid>
              <a:tr h="495300">
                <a:tc>
                  <a:txBody>
                    <a:bodyPr lIns="0" tIns="0" rIns="0" bIns="0">
                      <a:noAutofit/>
                    </a:bodyPr>
                    <a:lstStyle/>
                    <a:p>
                      <a:r>
                        <a:rPr sz="1725" b="1">
                          <a:solidFill>
                            <a:srgbClr val="FFFFFF"/>
                          </a:solidFill>
                          <a:latin typeface="Lato"/>
                          <a:ea typeface="Lato"/>
                          <a:cs typeface="Lato"/>
                        </a:rPr>
                        <a:t>Expected behaviour</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Observed behaviour</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Next investigation step</a:t>
                      </a:r>
                    </a:p>
                  </a:txBody>
                  <a:tcPr marL="91440" marR="91440" marT="45720" marB="45720" anchor="ctr">
                    <a:solidFill>
                      <a:srgbClr val="142D4E"/>
                    </a:solidFill>
                  </a:tcPr>
                </a:tc>
              </a:tr>
              <a:tr h="804863">
                <a:tc>
                  <a:txBody>
                    <a:bodyPr lIns="0" tIns="0" rIns="0" bIns="0">
                      <a:noAutofit/>
                    </a:bodyPr>
                    <a:lstStyle/>
                    <a:p>
                      <a:r>
                        <a:rPr sz="1800" b="0">
                          <a:solidFill>
                            <a:srgbClr val="21344B"/>
                          </a:solidFill>
                          <a:latin typeface="Lato"/>
                          <a:ea typeface="Lato"/>
                          <a:cs typeface="Lato"/>
                        </a:rPr>
                        <a:t>Presence after eligible trigger</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Required vendor activity appears</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Check the request/event and relevant storage evidence.</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Presence after eligible trigger</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Expected vendor activity is missing</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Check trigger, state, detector, timing, and page coverage.</a:t>
                      </a:r>
                    </a:p>
                  </a:txBody>
                  <a:tcPr marL="91440" marR="91440" marT="45720" marB="45720" anchor="ctr">
                    <a:solidFill>
                      <a:srgbClr val="EFF4F8"/>
                    </a:solidFill>
                  </a:tcPr>
                </a:tc>
              </a:tr>
              <a:tr h="804863">
                <a:tc>
                  <a:txBody>
                    <a:bodyPr lIns="0" tIns="0" rIns="0" bIns="0">
                      <a:noAutofit/>
                    </a:bodyPr>
                    <a:lstStyle/>
                    <a:p>
                      <a:r>
                        <a:rPr sz="1800" b="0">
                          <a:solidFill>
                            <a:srgbClr val="21344B"/>
                          </a:solidFill>
                          <a:latin typeface="Lato"/>
                          <a:ea typeface="Lato"/>
                          <a:cs typeface="Lato"/>
                        </a:rPr>
                        <a:t>Absence in disallowed state</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No target activity detected</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Confirm detector and observation window using a positive control.</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Absence in disallowed state</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Unexpected target activity appears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Reproduce from clean state and trace the implementation initiator.</a:t>
                      </a:r>
                    </a:p>
                  </a:txBody>
                  <a:tcPr marL="91440" marR="91440" marT="45720" marB="45720" anchor="ctr">
                    <a:solidFill>
                      <a:srgbClr val="EFF4F8"/>
                    </a:solidFill>
                  </a:tcPr>
                </a:tc>
              </a:tr>
            </a:tbl>
          </a:graphicData>
        </a:graphic>
      </p:graphicFrame>
      <p:sp>
        <p:nvSpPr>
          <p:cNvPr id="7" name="">
            <a:extLst xmlns:a="http://schemas.openxmlformats.org/drawingml/2006/main">
              <a:ext uri="{FF2B5EF4-FFF2-40B4-BE49-F238E27FC236}">
                <a16:creationId xmlns:a16="http://schemas.microsoft.com/office/drawing/2014/main" id="{AA4E70A6-8E2C-4360-8D57-28FA8886B83E}"/>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8" name="Learning point">
            <a:extLst xmlns:a="http://schemas.openxmlformats.org/drawingml/2006/main">
              <a:ext uri="{FF2B5EF4-FFF2-40B4-BE49-F238E27FC236}">
                <a16:creationId xmlns:a16="http://schemas.microsoft.com/office/drawing/2014/main" id="{5A1B2140-D94D-4C81-996B-0FFB52594B0E}"/>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Learning point</a:t>
            </a:r>
          </a:p>
        </p:txBody>
      </p:sp>
      <p:sp>
        <p:nvSpPr>
          <p:cNvPr id="9" name="“Firing” means observed activity in the defined test context. Req">
            <a:extLst xmlns:a="http://schemas.openxmlformats.org/drawingml/2006/main">
              <a:ext uri="{FF2B5EF4-FFF2-40B4-BE49-F238E27FC236}">
                <a16:creationId xmlns:a16="http://schemas.microsoft.com/office/drawing/2014/main" id="{82AB559A-6710-464C-A32C-C90378DDD4CF}"/>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“Firing” means observed activity in the defined test context. Requests, scripts, and storage remain separate evidence.</a:t>
            </a:r>
          </a:p>
        </p:txBody>
      </p:sp>
    </p:spTree>
    <p:extLst>
      <p:ext uri="{BB962C8B-B14F-4D97-AF65-F5344CB8AC3E}">
        <p14:creationId xmlns:p14="http://schemas.microsoft.com/office/powerpoint/2010/main" val="163019586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850ED080-8D55-48EF-9739-9CB399358F8C}"/>
              </a:ext>
            </a:extLst>
          </p:cNvPr>
          <p:cNvCxnSpPr>
            <a:stCxn xmlns:a="http://schemas.openxmlformats.org/drawingml/2006/main" id="12" idx="3"/>
            <a:endCxn xmlns:a="http://schemas.openxmlformats.org/drawingml/2006/main" id="15" idx="1"/>
          </p:cNvCxnSpPr>
          <p:nvPr/>
        </p:nvCxnSpPr>
        <p:spPr>
          <a:xfrm xmlns:a="http://schemas.openxmlformats.org/drawingml/2006/main">
            <a:off x="8758238"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5300D2BA-FC13-4C59-925C-9BBFBE982B7C}"/>
              </a:ext>
            </a:extLst>
          </p:cNvPr>
          <p:cNvCxnSpPr>
            <a:stCxn xmlns:a="http://schemas.openxmlformats.org/drawingml/2006/main" id="9" idx="3"/>
            <a:endCxn xmlns:a="http://schemas.openxmlformats.org/drawingml/2006/main" id="12" idx="1"/>
          </p:cNvCxnSpPr>
          <p:nvPr/>
        </p:nvCxnSpPr>
        <p:spPr>
          <a:xfrm xmlns:a="http://schemas.openxmlformats.org/drawingml/2006/main">
            <a:off x="5934076" y="2857500"/>
            <a:ext cx="323849"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C4610A16-C5BE-43DA-877D-7A59AB90F8F8}"/>
              </a:ext>
            </a:extLst>
          </p:cNvPr>
          <p:cNvCxnSpPr>
            <a:stCxn xmlns:a="http://schemas.openxmlformats.org/drawingml/2006/main" id="6" idx="3"/>
            <a:endCxn xmlns:a="http://schemas.openxmlformats.org/drawingml/2006/main" id="9" idx="1"/>
          </p:cNvCxnSpPr>
          <p:nvPr/>
        </p:nvCxnSpPr>
        <p:spPr>
          <a:xfrm xmlns:a="http://schemas.openxmlformats.org/drawingml/2006/main">
            <a:off x="3109913"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sp>
        <p:nvSpPr>
          <p:cNvPr id="24" name="Day 4  /  Audit Validation &amp; Reporting">
            <a:extLst xmlns:a="http://schemas.openxmlformats.org/drawingml/2006/main">
              <a:ext uri="{FF2B5EF4-FFF2-40B4-BE49-F238E27FC236}">
                <a16:creationId xmlns:a16="http://schemas.microsoft.com/office/drawing/2014/main" id="{052EFC3A-2F94-4811-A713-F4B8DE48619D}"/>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26724"/>
                </a:solidFill>
                <a:latin typeface="Lato"/>
                <a:ea typeface="Lato"/>
                <a:cs typeface="Lato"/>
              </a:defRPr>
            </a:defPPr>
          </a:lstStyle>
          <a:p xmlns:a="http://schemas.openxmlformats.org/drawingml/2006/main">
            <a:pPr algn="l">
              <a:defRPr sz="1275" b="1">
                <a:solidFill>
                  <a:srgbClr val="B26724"/>
                </a:solidFill>
                <a:latin typeface="Lato"/>
                <a:ea typeface="Lato"/>
                <a:cs typeface="Lato"/>
              </a:defRPr>
            </a:pPr>
            <a:r>
              <a:rPr sz="1275" b="1">
                <a:solidFill>
                  <a:srgbClr val="B26724"/>
                </a:solidFill>
                <a:latin typeface="Lato"/>
                <a:ea typeface="Lato"/>
                <a:cs typeface="Lato"/>
              </a:rPr>
              <a:t>Day 4  /  Audit Validation &amp; Reporting</a:t>
            </a:r>
          </a:p>
        </p:txBody>
      </p:sp>
      <p:sp>
        <p:nvSpPr>
          <p:cNvPr id="2" name="Mid-session consent changes and storage validation">
            <a:extLst xmlns:a="http://schemas.openxmlformats.org/drawingml/2006/main">
              <a:ext uri="{FF2B5EF4-FFF2-40B4-BE49-F238E27FC236}">
                <a16:creationId xmlns:a16="http://schemas.microsoft.com/office/drawing/2014/main" id="{852ADA69-B72F-4243-9641-4BA9A9B12F7C}"/>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Mid-session consent changes and storage validation</a:t>
            </a:r>
          </a:p>
        </p:txBody>
      </p:sp>
      <p:sp>
        <p:nvSpPr>
          <p:cNvPr id="3" name="">
            <a:extLst xmlns:a="http://schemas.openxmlformats.org/drawingml/2006/main">
              <a:ext uri="{FF2B5EF4-FFF2-40B4-BE49-F238E27FC236}">
                <a16:creationId xmlns:a16="http://schemas.microsoft.com/office/drawing/2014/main" id="{6FAB4D60-19EE-4772-9D92-394CF6A1C88A}"/>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54650C56-F703-490F-BD2A-25B3913F22C1}"/>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26">
            <a:extLst xmlns:a="http://schemas.openxmlformats.org/drawingml/2006/main">
              <a:ext uri="{FF2B5EF4-FFF2-40B4-BE49-F238E27FC236}">
                <a16:creationId xmlns:a16="http://schemas.microsoft.com/office/drawing/2014/main" id="{24F97072-881E-4ED4-8054-429616F4E298}"/>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26</a:t>
            </a:r>
          </a:p>
        </p:txBody>
      </p:sp>
      <p:sp>
        <p:nvSpPr>
          <p:cNvPr id="6" name="Capture baseline">
            <a:extLst xmlns:a="http://schemas.openxmlformats.org/drawingml/2006/main">
              <a:ext uri="{FF2B5EF4-FFF2-40B4-BE49-F238E27FC236}">
                <a16:creationId xmlns:a16="http://schemas.microsoft.com/office/drawing/2014/main" id="{FE83C2BE-8836-429A-A8BE-D36C6D78CCA7}"/>
              </a:ext>
            </a:extLst>
          </p:cNvPr>
          <p:cNvSpPr>
            <a:spLocks xmlns:a="http://schemas.openxmlformats.org/drawingml/2006/main" noGrp="1"/>
          </p:cNvSpPr>
          <p:nvPr/>
        </p:nvSpPr>
        <p:spPr>
          <a:xfrm xmlns:a="http://schemas.openxmlformats.org/drawingml/2006/main">
            <a:off x="609600"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Capture baseline</a:t>
            </a:r>
          </a:p>
        </p:txBody>
      </p:sp>
      <p:sp>
        <p:nvSpPr>
          <p:cNvPr id="7" name="01">
            <a:extLst xmlns:a="http://schemas.openxmlformats.org/drawingml/2006/main">
              <a:ext uri="{FF2B5EF4-FFF2-40B4-BE49-F238E27FC236}">
                <a16:creationId xmlns:a16="http://schemas.microsoft.com/office/drawing/2014/main" id="{74A54836-B1EA-4D8E-BC84-65484DAB76BC}"/>
              </a:ext>
            </a:extLst>
          </p:cNvPr>
          <p:cNvSpPr>
            <a:spLocks xmlns:a="http://schemas.openxmlformats.org/drawingml/2006/main" noGrp="1"/>
          </p:cNvSpPr>
          <p:nvPr/>
        </p:nvSpPr>
        <p:spPr>
          <a:xfrm xmlns:a="http://schemas.openxmlformats.org/drawingml/2006/main">
            <a:off x="609600"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26724"/>
                </a:solidFill>
                <a:latin typeface="Lato"/>
                <a:ea typeface="Lato"/>
                <a:cs typeface="Lato"/>
              </a:defRPr>
            </a:defPPr>
          </a:lstStyle>
          <a:p xmlns:a="http://schemas.openxmlformats.org/drawingml/2006/main">
            <a:pPr algn="l">
              <a:defRPr sz="1650" b="1">
                <a:solidFill>
                  <a:srgbClr val="B26724"/>
                </a:solidFill>
                <a:latin typeface="Lato"/>
                <a:ea typeface="Lato"/>
                <a:cs typeface="Lato"/>
              </a:defRPr>
            </a:pPr>
            <a:r>
              <a:rPr sz="1650" b="1">
                <a:solidFill>
                  <a:srgbClr val="B26724"/>
                </a:solidFill>
                <a:latin typeface="Lato"/>
                <a:ea typeface="Lato"/>
                <a:cs typeface="Lato"/>
              </a:rPr>
              <a:t>01</a:t>
            </a:r>
          </a:p>
        </p:txBody>
      </p:sp>
      <p:sp>
        <p:nvSpPr>
          <p:cNvPr id="8" name="Record current state, requests, and existing storage.">
            <a:extLst xmlns:a="http://schemas.openxmlformats.org/drawingml/2006/main">
              <a:ext uri="{FF2B5EF4-FFF2-40B4-BE49-F238E27FC236}">
                <a16:creationId xmlns:a16="http://schemas.microsoft.com/office/drawing/2014/main" id="{6BCCB336-1074-41B3-A376-C001077E3B59}"/>
              </a:ext>
            </a:extLst>
          </p:cNvPr>
          <p:cNvSpPr>
            <a:spLocks xmlns:a="http://schemas.openxmlformats.org/drawingml/2006/main" noGrp="1"/>
          </p:cNvSpPr>
          <p:nvPr/>
        </p:nvSpPr>
        <p:spPr>
          <a:xfrm xmlns:a="http://schemas.openxmlformats.org/drawingml/2006/main">
            <a:off x="609600"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Record current state, requests, and existing storage.</a:t>
            </a:r>
          </a:p>
        </p:txBody>
      </p:sp>
      <p:sp>
        <p:nvSpPr>
          <p:cNvPr id="9" name="Change preference">
            <a:extLst xmlns:a="http://schemas.openxmlformats.org/drawingml/2006/main">
              <a:ext uri="{FF2B5EF4-FFF2-40B4-BE49-F238E27FC236}">
                <a16:creationId xmlns:a16="http://schemas.microsoft.com/office/drawing/2014/main" id="{C56DFC16-52A6-4E26-A02E-58B92E4B45F3}"/>
              </a:ext>
            </a:extLst>
          </p:cNvPr>
          <p:cNvSpPr>
            <a:spLocks xmlns:a="http://schemas.openxmlformats.org/drawingml/2006/main" noGrp="1"/>
          </p:cNvSpPr>
          <p:nvPr/>
        </p:nvSpPr>
        <p:spPr>
          <a:xfrm xmlns:a="http://schemas.openxmlformats.org/drawingml/2006/main">
            <a:off x="3433763"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Change preference</a:t>
            </a:r>
          </a:p>
        </p:txBody>
      </p:sp>
      <p:sp>
        <p:nvSpPr>
          <p:cNvPr id="10" name="02">
            <a:extLst xmlns:a="http://schemas.openxmlformats.org/drawingml/2006/main">
              <a:ext uri="{FF2B5EF4-FFF2-40B4-BE49-F238E27FC236}">
                <a16:creationId xmlns:a16="http://schemas.microsoft.com/office/drawing/2014/main" id="{0D10C73F-C204-4481-A9EC-FE2635B60451}"/>
              </a:ext>
            </a:extLst>
          </p:cNvPr>
          <p:cNvSpPr>
            <a:spLocks xmlns:a="http://schemas.openxmlformats.org/drawingml/2006/main" noGrp="1"/>
          </p:cNvSpPr>
          <p:nvPr/>
        </p:nvSpPr>
        <p:spPr>
          <a:xfrm xmlns:a="http://schemas.openxmlformats.org/drawingml/2006/main">
            <a:off x="3433763"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26724"/>
                </a:solidFill>
                <a:latin typeface="Lato"/>
                <a:ea typeface="Lato"/>
                <a:cs typeface="Lato"/>
              </a:defRPr>
            </a:defPPr>
          </a:lstStyle>
          <a:p xmlns:a="http://schemas.openxmlformats.org/drawingml/2006/main">
            <a:pPr algn="l">
              <a:defRPr sz="1650" b="1">
                <a:solidFill>
                  <a:srgbClr val="B26724"/>
                </a:solidFill>
                <a:latin typeface="Lato"/>
                <a:ea typeface="Lato"/>
                <a:cs typeface="Lato"/>
              </a:defRPr>
            </a:pPr>
            <a:r>
              <a:rPr sz="1650" b="1">
                <a:solidFill>
                  <a:srgbClr val="B26724"/>
                </a:solidFill>
                <a:latin typeface="Lato"/>
                <a:ea typeface="Lato"/>
                <a:cs typeface="Lato"/>
              </a:rPr>
              <a:t>02</a:t>
            </a:r>
          </a:p>
        </p:txBody>
      </p:sp>
      <p:sp>
        <p:nvSpPr>
          <p:cNvPr id="11" name="Save the new category/vendor choice and time.">
            <a:extLst xmlns:a="http://schemas.openxmlformats.org/drawingml/2006/main">
              <a:ext uri="{FF2B5EF4-FFF2-40B4-BE49-F238E27FC236}">
                <a16:creationId xmlns:a16="http://schemas.microsoft.com/office/drawing/2014/main" id="{D24EDD3A-823C-424C-8213-AE0E3917AEBA}"/>
              </a:ext>
            </a:extLst>
          </p:cNvPr>
          <p:cNvSpPr>
            <a:spLocks xmlns:a="http://schemas.openxmlformats.org/drawingml/2006/main" noGrp="1"/>
          </p:cNvSpPr>
          <p:nvPr/>
        </p:nvSpPr>
        <p:spPr>
          <a:xfrm xmlns:a="http://schemas.openxmlformats.org/drawingml/2006/main">
            <a:off x="3433763"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Save the new category/vendor choice and time.</a:t>
            </a:r>
          </a:p>
        </p:txBody>
      </p:sp>
      <p:sp>
        <p:nvSpPr>
          <p:cNvPr id="12" name="Repeat trigger">
            <a:extLst xmlns:a="http://schemas.openxmlformats.org/drawingml/2006/main">
              <a:ext uri="{FF2B5EF4-FFF2-40B4-BE49-F238E27FC236}">
                <a16:creationId xmlns:a16="http://schemas.microsoft.com/office/drawing/2014/main" id="{123AF00E-3961-4A3F-8B1D-6015C82F2DA4}"/>
              </a:ext>
            </a:extLst>
          </p:cNvPr>
          <p:cNvSpPr>
            <a:spLocks xmlns:a="http://schemas.openxmlformats.org/drawingml/2006/main" noGrp="1"/>
          </p:cNvSpPr>
          <p:nvPr/>
        </p:nvSpPr>
        <p:spPr>
          <a:xfrm xmlns:a="http://schemas.openxmlformats.org/drawingml/2006/main">
            <a:off x="6257925"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Repeat trigger</a:t>
            </a:r>
          </a:p>
        </p:txBody>
      </p:sp>
      <p:sp>
        <p:nvSpPr>
          <p:cNvPr id="13" name="03">
            <a:extLst xmlns:a="http://schemas.openxmlformats.org/drawingml/2006/main">
              <a:ext uri="{FF2B5EF4-FFF2-40B4-BE49-F238E27FC236}">
                <a16:creationId xmlns:a16="http://schemas.microsoft.com/office/drawing/2014/main" id="{F8613734-2A85-4AE1-8E1D-F46B31D8C56E}"/>
              </a:ext>
            </a:extLst>
          </p:cNvPr>
          <p:cNvSpPr>
            <a:spLocks xmlns:a="http://schemas.openxmlformats.org/drawingml/2006/main" noGrp="1"/>
          </p:cNvSpPr>
          <p:nvPr/>
        </p:nvSpPr>
        <p:spPr>
          <a:xfrm xmlns:a="http://schemas.openxmlformats.org/drawingml/2006/main">
            <a:off x="6257925"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26724"/>
                </a:solidFill>
                <a:latin typeface="Lato"/>
                <a:ea typeface="Lato"/>
                <a:cs typeface="Lato"/>
              </a:defRPr>
            </a:defPPr>
          </a:lstStyle>
          <a:p xmlns:a="http://schemas.openxmlformats.org/drawingml/2006/main">
            <a:pPr algn="l">
              <a:defRPr sz="1650" b="1">
                <a:solidFill>
                  <a:srgbClr val="B26724"/>
                </a:solidFill>
                <a:latin typeface="Lato"/>
                <a:ea typeface="Lato"/>
                <a:cs typeface="Lato"/>
              </a:defRPr>
            </a:pPr>
            <a:r>
              <a:rPr sz="1650" b="1">
                <a:solidFill>
                  <a:srgbClr val="B26724"/>
                </a:solidFill>
                <a:latin typeface="Lato"/>
                <a:ea typeface="Lato"/>
                <a:cs typeface="Lato"/>
              </a:rPr>
              <a:t>03</a:t>
            </a:r>
          </a:p>
        </p:txBody>
      </p:sp>
      <p:sp>
        <p:nvSpPr>
          <p:cNvPr id="14" name="Verify state, then repeat the same eligible event.">
            <a:extLst xmlns:a="http://schemas.openxmlformats.org/drawingml/2006/main">
              <a:ext uri="{FF2B5EF4-FFF2-40B4-BE49-F238E27FC236}">
                <a16:creationId xmlns:a16="http://schemas.microsoft.com/office/drawing/2014/main" id="{91E9528E-CF77-4BB1-99A3-2E67FC599D22}"/>
              </a:ext>
            </a:extLst>
          </p:cNvPr>
          <p:cNvSpPr>
            <a:spLocks xmlns:a="http://schemas.openxmlformats.org/drawingml/2006/main" noGrp="1"/>
          </p:cNvSpPr>
          <p:nvPr/>
        </p:nvSpPr>
        <p:spPr>
          <a:xfrm xmlns:a="http://schemas.openxmlformats.org/drawingml/2006/main">
            <a:off x="6257925"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Verify state, then repeat the same eligible event.</a:t>
            </a:r>
          </a:p>
        </p:txBody>
      </p:sp>
      <p:sp>
        <p:nvSpPr>
          <p:cNvPr id="15" name="Compare evidence">
            <a:extLst xmlns:a="http://schemas.openxmlformats.org/drawingml/2006/main">
              <a:ext uri="{FF2B5EF4-FFF2-40B4-BE49-F238E27FC236}">
                <a16:creationId xmlns:a16="http://schemas.microsoft.com/office/drawing/2014/main" id="{C3836A48-35A0-4A5D-8810-AD73B0D68A23}"/>
              </a:ext>
            </a:extLst>
          </p:cNvPr>
          <p:cNvSpPr>
            <a:spLocks xmlns:a="http://schemas.openxmlformats.org/drawingml/2006/main" noGrp="1"/>
          </p:cNvSpPr>
          <p:nvPr/>
        </p:nvSpPr>
        <p:spPr>
          <a:xfrm xmlns:a="http://schemas.openxmlformats.org/drawingml/2006/main">
            <a:off x="9082088"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Compare evidence</a:t>
            </a:r>
          </a:p>
        </p:txBody>
      </p:sp>
      <p:sp>
        <p:nvSpPr>
          <p:cNvPr id="16" name="04">
            <a:extLst xmlns:a="http://schemas.openxmlformats.org/drawingml/2006/main">
              <a:ext uri="{FF2B5EF4-FFF2-40B4-BE49-F238E27FC236}">
                <a16:creationId xmlns:a16="http://schemas.microsoft.com/office/drawing/2014/main" id="{C41BB0AF-247A-4CDA-A10D-8402AEFA1433}"/>
              </a:ext>
            </a:extLst>
          </p:cNvPr>
          <p:cNvSpPr>
            <a:spLocks xmlns:a="http://schemas.openxmlformats.org/drawingml/2006/main" noGrp="1"/>
          </p:cNvSpPr>
          <p:nvPr/>
        </p:nvSpPr>
        <p:spPr>
          <a:xfrm xmlns:a="http://schemas.openxmlformats.org/drawingml/2006/main">
            <a:off x="9082088"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26724"/>
                </a:solidFill>
                <a:latin typeface="Lato"/>
                <a:ea typeface="Lato"/>
                <a:cs typeface="Lato"/>
              </a:defRPr>
            </a:defPPr>
          </a:lstStyle>
          <a:p xmlns:a="http://schemas.openxmlformats.org/drawingml/2006/main">
            <a:pPr algn="l">
              <a:defRPr sz="1650" b="1">
                <a:solidFill>
                  <a:srgbClr val="B26724"/>
                </a:solidFill>
                <a:latin typeface="Lato"/>
                <a:ea typeface="Lato"/>
                <a:cs typeface="Lato"/>
              </a:defRPr>
            </a:pPr>
            <a:r>
              <a:rPr sz="1650" b="1">
                <a:solidFill>
                  <a:srgbClr val="B26724"/>
                </a:solidFill>
                <a:latin typeface="Lato"/>
                <a:ea typeface="Lato"/>
                <a:cs typeface="Lato"/>
              </a:rPr>
              <a:t>04</a:t>
            </a:r>
          </a:p>
        </p:txBody>
      </p:sp>
      <p:sp>
        <p:nvSpPr>
          <p:cNvPr id="17" name="Separate new activity, new writes, and retained data.">
            <a:extLst xmlns:a="http://schemas.openxmlformats.org/drawingml/2006/main">
              <a:ext uri="{FF2B5EF4-FFF2-40B4-BE49-F238E27FC236}">
                <a16:creationId xmlns:a16="http://schemas.microsoft.com/office/drawing/2014/main" id="{A97E4108-2EAD-4DCB-B5F4-A0519275B46C}"/>
              </a:ext>
            </a:extLst>
          </p:cNvPr>
          <p:cNvSpPr>
            <a:spLocks xmlns:a="http://schemas.openxmlformats.org/drawingml/2006/main" noGrp="1"/>
          </p:cNvSpPr>
          <p:nvPr/>
        </p:nvSpPr>
        <p:spPr>
          <a:xfrm xmlns:a="http://schemas.openxmlformats.org/drawingml/2006/main">
            <a:off x="9082088"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Separate new activity, new writes, and retained data.</a:t>
            </a:r>
          </a:p>
        </p:txBody>
      </p:sp>
      <p:sp>
        <p:nvSpPr>
          <p:cNvPr id="21" name="">
            <a:extLst xmlns:a="http://schemas.openxmlformats.org/drawingml/2006/main">
              <a:ext uri="{FF2B5EF4-FFF2-40B4-BE49-F238E27FC236}">
                <a16:creationId xmlns:a16="http://schemas.microsoft.com/office/drawing/2014/main" id="{4EDDD42C-4B96-427E-967B-ECDFD3ACAC8E}"/>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22" name="Practical focus">
            <a:extLst xmlns:a="http://schemas.openxmlformats.org/drawingml/2006/main">
              <a:ext uri="{FF2B5EF4-FFF2-40B4-BE49-F238E27FC236}">
                <a16:creationId xmlns:a16="http://schemas.microsoft.com/office/drawing/2014/main" id="{5D8D9C0B-AA59-4120-806F-75CB7DC29892}"/>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23" name="The learner tests state changes within a session and uses a fresh">
            <a:extLst xmlns:a="http://schemas.openxmlformats.org/drawingml/2006/main">
              <a:ext uri="{FF2B5EF4-FFF2-40B4-BE49-F238E27FC236}">
                <a16:creationId xmlns:a16="http://schemas.microsoft.com/office/drawing/2014/main" id="{BD4B22DB-5826-4897-A2AC-C295A61CC8CC}"/>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The learner tests state changes within a session and uses a fresh-session control to explain differences.</a:t>
            </a:r>
          </a:p>
        </p:txBody>
      </p:sp>
    </p:spTree>
    <p:extLst>
      <p:ext uri="{BB962C8B-B14F-4D97-AF65-F5344CB8AC3E}">
        <p14:creationId xmlns:p14="http://schemas.microsoft.com/office/powerpoint/2010/main" val="23377774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 4  /  Audit Validation &amp; Reporting">
            <a:extLst xmlns:a="http://schemas.openxmlformats.org/drawingml/2006/main">
              <a:ext uri="{FF2B5EF4-FFF2-40B4-BE49-F238E27FC236}">
                <a16:creationId xmlns:a16="http://schemas.microsoft.com/office/drawing/2014/main" id="{1347B54F-4414-484C-8EDE-FC6CC5AF8241}"/>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26724"/>
                </a:solidFill>
                <a:latin typeface="Lato"/>
                <a:ea typeface="Lato"/>
                <a:cs typeface="Lato"/>
              </a:defRPr>
            </a:defPPr>
          </a:lstStyle>
          <a:p xmlns:a="http://schemas.openxmlformats.org/drawingml/2006/main">
            <a:pPr algn="l">
              <a:defRPr sz="1275" b="1">
                <a:solidFill>
                  <a:srgbClr val="B26724"/>
                </a:solidFill>
                <a:latin typeface="Lato"/>
                <a:ea typeface="Lato"/>
                <a:cs typeface="Lato"/>
              </a:defRPr>
            </a:pPr>
            <a:r>
              <a:rPr sz="1275" b="1">
                <a:solidFill>
                  <a:srgbClr val="B26724"/>
                </a:solidFill>
                <a:latin typeface="Lato"/>
                <a:ea typeface="Lato"/>
                <a:cs typeface="Lato"/>
              </a:rPr>
              <a:t>Day 4  /  Audit Validation &amp; Reporting</a:t>
            </a:r>
          </a:p>
        </p:txBody>
      </p:sp>
      <p:sp>
        <p:nvSpPr>
          <p:cNvPr id="2" name="Timing, delayed execution, and defect analysis">
            <a:extLst xmlns:a="http://schemas.openxmlformats.org/drawingml/2006/main">
              <a:ext uri="{FF2B5EF4-FFF2-40B4-BE49-F238E27FC236}">
                <a16:creationId xmlns:a16="http://schemas.microsoft.com/office/drawing/2014/main" id="{ED4B5D5E-B3C2-4637-A36D-FC3AD2074980}"/>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Timing, delayed execution, and defect analysis</a:t>
            </a:r>
          </a:p>
        </p:txBody>
      </p:sp>
      <p:sp>
        <p:nvSpPr>
          <p:cNvPr id="3" name="">
            <a:extLst xmlns:a="http://schemas.openxmlformats.org/drawingml/2006/main">
              <a:ext uri="{FF2B5EF4-FFF2-40B4-BE49-F238E27FC236}">
                <a16:creationId xmlns:a16="http://schemas.microsoft.com/office/drawing/2014/main" id="{FC87EC05-0B68-4218-A87D-4F2A009C0219}"/>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9F447844-30D9-4068-BFCA-939947875C3B}"/>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27">
            <a:extLst xmlns:a="http://schemas.openxmlformats.org/drawingml/2006/main">
              <a:ext uri="{FF2B5EF4-FFF2-40B4-BE49-F238E27FC236}">
                <a16:creationId xmlns:a16="http://schemas.microsoft.com/office/drawing/2014/main" id="{820A5FB9-6A6F-4D98-B5F6-D90D324464D7}"/>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27</a:t>
            </a:r>
          </a:p>
        </p:txBody>
      </p:sp>
      <p:sp>
        <p:nvSpPr>
          <p:cNvPr id="6" name="Potential test limitations">
            <a:extLst xmlns:a="http://schemas.openxmlformats.org/drawingml/2006/main">
              <a:ext uri="{FF2B5EF4-FFF2-40B4-BE49-F238E27FC236}">
                <a16:creationId xmlns:a16="http://schemas.microsoft.com/office/drawing/2014/main" id="{ADB3E403-5D08-4FA3-AD46-3538D7E8619C}"/>
              </a:ext>
            </a:extLst>
          </p:cNvPr>
          <p:cNvSpPr>
            <a:spLocks xmlns:a="http://schemas.openxmlformats.org/drawingml/2006/main" noGrp="1"/>
          </p:cNvSpPr>
          <p:nvPr/>
        </p:nvSpPr>
        <p:spPr>
          <a:xfrm xmlns:a="http://schemas.openxmlformats.org/drawingml/2006/main">
            <a:off x="609600" y="17145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Potential test limitations</a:t>
            </a:r>
          </a:p>
        </p:txBody>
      </p:sp>
      <p:sp>
        <p:nvSpPr>
          <p:cNvPr id="7" name="">
            <a:extLst xmlns:a="http://schemas.openxmlformats.org/drawingml/2006/main">
              <a:ext uri="{FF2B5EF4-FFF2-40B4-BE49-F238E27FC236}">
                <a16:creationId xmlns:a16="http://schemas.microsoft.com/office/drawing/2014/main" id="{B06589AD-7769-405A-BDD1-9AD82027E338}"/>
              </a:ext>
            </a:extLst>
          </p:cNvPr>
          <p:cNvSpPr>
            <a:spLocks xmlns:a="http://schemas.openxmlformats.org/drawingml/2006/main" noGrp="1"/>
          </p:cNvSpPr>
          <p:nvPr/>
        </p:nvSpPr>
        <p:spPr>
          <a:xfrm xmlns:a="http://schemas.openxmlformats.org/drawingml/2006/main">
            <a:off x="609600" y="2266950"/>
            <a:ext cx="50958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Tag needs a click, scroll, video, or route change</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CMP state update completes after the action</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Execution occurs beyond the capture window</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Network failure, browser restriction, or detector mismatch</a:t>
            </a:r>
          </a:p>
        </p:txBody>
      </p:sp>
      <p:sp>
        <p:nvSpPr>
          <p:cNvPr id="8" name="">
            <a:extLst xmlns:a="http://schemas.openxmlformats.org/drawingml/2006/main">
              <a:ext uri="{FF2B5EF4-FFF2-40B4-BE49-F238E27FC236}">
                <a16:creationId xmlns:a16="http://schemas.microsoft.com/office/drawing/2014/main" id="{DC6A9067-048B-41DE-82B4-1D26EBCDF725}"/>
              </a:ext>
            </a:extLst>
          </p:cNvPr>
          <p:cNvSpPr>
            <a:spLocks xmlns:a="http://schemas.openxmlformats.org/drawingml/2006/main" noGrp="1"/>
          </p:cNvSpPr>
          <p:nvPr/>
        </p:nvSpPr>
        <p:spPr>
          <a:xfrm xmlns:a="http://schemas.openxmlformats.org/drawingml/2006/main">
            <a:off x="6105525" y="1771650"/>
            <a:ext cx="0" cy="337185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9" name="Focused troubleshooting">
            <a:extLst xmlns:a="http://schemas.openxmlformats.org/drawingml/2006/main">
              <a:ext uri="{FF2B5EF4-FFF2-40B4-BE49-F238E27FC236}">
                <a16:creationId xmlns:a16="http://schemas.microsoft.com/office/drawing/2014/main" id="{2F6C671B-D2F2-488F-905E-95B4441767E0}"/>
              </a:ext>
            </a:extLst>
          </p:cNvPr>
          <p:cNvSpPr>
            <a:spLocks xmlns:a="http://schemas.openxmlformats.org/drawingml/2006/main" noGrp="1"/>
          </p:cNvSpPr>
          <p:nvPr/>
        </p:nvSpPr>
        <p:spPr>
          <a:xfrm xmlns:a="http://schemas.openxmlformats.org/drawingml/2006/main">
            <a:off x="6572250" y="1714500"/>
            <a:ext cx="5010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Focused troubleshooting</a:t>
            </a:r>
          </a:p>
        </p:txBody>
      </p:sp>
      <p:sp>
        <p:nvSpPr>
          <p:cNvPr id="10" name="">
            <a:extLst xmlns:a="http://schemas.openxmlformats.org/drawingml/2006/main">
              <a:ext uri="{FF2B5EF4-FFF2-40B4-BE49-F238E27FC236}">
                <a16:creationId xmlns:a16="http://schemas.microsoft.com/office/drawing/2014/main" id="{002B3A22-8FAE-4438-8868-0213F7CA340F}"/>
              </a:ext>
            </a:extLst>
          </p:cNvPr>
          <p:cNvSpPr>
            <a:spLocks xmlns:a="http://schemas.openxmlformats.org/drawingml/2006/main" noGrp="1"/>
          </p:cNvSpPr>
          <p:nvPr/>
        </p:nvSpPr>
        <p:spPr>
          <a:xfrm xmlns:a="http://schemas.openxmlformats.org/drawingml/2006/main">
            <a:off x="6572250" y="2266950"/>
            <a:ext cx="50101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Reproduce the exact URL, state, and trigger</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Review request timing and action completion</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Adjust the justified wait and rerun a small test</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Separate implementation issues from audit setup issues</a:t>
            </a:r>
          </a:p>
        </p:txBody>
      </p:sp>
      <p:sp>
        <p:nvSpPr>
          <p:cNvPr id="11" name="">
            <a:extLst xmlns:a="http://schemas.openxmlformats.org/drawingml/2006/main">
              <a:ext uri="{FF2B5EF4-FFF2-40B4-BE49-F238E27FC236}">
                <a16:creationId xmlns:a16="http://schemas.microsoft.com/office/drawing/2014/main" id="{36D72FAA-C636-4A31-A62E-4F23D7668A2D}"/>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12" name="Practical focus">
            <a:extLst xmlns:a="http://schemas.openxmlformats.org/drawingml/2006/main">
              <a:ext uri="{FF2B5EF4-FFF2-40B4-BE49-F238E27FC236}">
                <a16:creationId xmlns:a16="http://schemas.microsoft.com/office/drawing/2014/main" id="{6F29C1B9-487C-468F-A5C6-7B2C70F41E17}"/>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13" name="Document the observation window and uncertainty before treating a">
            <a:extLst xmlns:a="http://schemas.openxmlformats.org/drawingml/2006/main">
              <a:ext uri="{FF2B5EF4-FFF2-40B4-BE49-F238E27FC236}">
                <a16:creationId xmlns:a16="http://schemas.microsoft.com/office/drawing/2014/main" id="{1E4CB216-8F4C-49C6-8B92-697FCFAFDA4C}"/>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Document the observation window and uncertainty before treating a missing or late request as a defect.</a:t>
            </a:r>
          </a:p>
        </p:txBody>
      </p:sp>
    </p:spTree>
    <p:extLst>
      <p:ext uri="{BB962C8B-B14F-4D97-AF65-F5344CB8AC3E}">
        <p14:creationId xmlns:p14="http://schemas.microsoft.com/office/powerpoint/2010/main" val="1020670367"/>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y 4  /  Audit Validation &amp; Reporting">
            <a:extLst xmlns:a="http://schemas.openxmlformats.org/drawingml/2006/main">
              <a:ext uri="{FF2B5EF4-FFF2-40B4-BE49-F238E27FC236}">
                <a16:creationId xmlns:a16="http://schemas.microsoft.com/office/drawing/2014/main" id="{78A45969-233C-4F04-A694-FAC532E77FAC}"/>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26724"/>
                </a:solidFill>
                <a:latin typeface="Lato"/>
                <a:ea typeface="Lato"/>
                <a:cs typeface="Lato"/>
              </a:defRPr>
            </a:defPPr>
          </a:lstStyle>
          <a:p xmlns:a="http://schemas.openxmlformats.org/drawingml/2006/main">
            <a:pPr algn="l">
              <a:defRPr sz="1275" b="1">
                <a:solidFill>
                  <a:srgbClr val="B26724"/>
                </a:solidFill>
                <a:latin typeface="Lato"/>
                <a:ea typeface="Lato"/>
                <a:cs typeface="Lato"/>
              </a:defRPr>
            </a:pPr>
            <a:r>
              <a:rPr sz="1275" b="1">
                <a:solidFill>
                  <a:srgbClr val="B26724"/>
                </a:solidFill>
                <a:latin typeface="Lato"/>
                <a:ea typeface="Lato"/>
                <a:cs typeface="Lato"/>
              </a:rPr>
              <a:t>Day 4  /  Audit Validation &amp; Reporting</a:t>
            </a:r>
          </a:p>
        </p:txBody>
      </p:sp>
      <p:sp>
        <p:nvSpPr>
          <p:cNvPr id="2" name="Evidence, defect tracking, and remediation reporting">
            <a:extLst xmlns:a="http://schemas.openxmlformats.org/drawingml/2006/main">
              <a:ext uri="{FF2B5EF4-FFF2-40B4-BE49-F238E27FC236}">
                <a16:creationId xmlns:a16="http://schemas.microsoft.com/office/drawing/2014/main" id="{F8769780-BE64-428E-8924-9CF8EA4D2C0A}"/>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Evidence, defect tracking, and remediation reporting</a:t>
            </a:r>
          </a:p>
        </p:txBody>
      </p:sp>
      <p:sp>
        <p:nvSpPr>
          <p:cNvPr id="3" name="">
            <a:extLst xmlns:a="http://schemas.openxmlformats.org/drawingml/2006/main">
              <a:ext uri="{FF2B5EF4-FFF2-40B4-BE49-F238E27FC236}">
                <a16:creationId xmlns:a16="http://schemas.microsoft.com/office/drawing/2014/main" id="{C9785638-AFA4-432E-B00C-07C7EB2EFA80}"/>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31A330FA-E524-4396-8561-92CEE81A4A15}"/>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28">
            <a:extLst xmlns:a="http://schemas.openxmlformats.org/drawingml/2006/main">
              <a:ext uri="{FF2B5EF4-FFF2-40B4-BE49-F238E27FC236}">
                <a16:creationId xmlns:a16="http://schemas.microsoft.com/office/drawing/2014/main" id="{839F7699-C00F-443C-BF32-1ADB39FCE752}"/>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28</a:t>
            </a:r>
          </a:p>
        </p:txBody>
      </p:sp>
      <p:graphicFrame>
        <p:nvGraphicFramePr>
          <p:cNvPr id="6" name="">
            <a:extLst xmlns:a="http://schemas.openxmlformats.org/drawingml/2006/main">
              <a:ext uri="{FF2B5EF4-FFF2-40B4-BE49-F238E27FC236}">
                <a16:creationId xmlns:a16="http://schemas.microsoft.com/office/drawing/2014/main" id="{D6A790CB-7A7F-493B-ADFA-63581A59F2C8}"/>
              </a:ext>
            </a:extLst>
          </p:cNvPr>
          <p:cNvGraphicFramePr/>
          <p:nvPr/>
        </p:nvGraphicFramePr>
        <p:xfrm>
          <a:off xmlns:a="http://schemas.openxmlformats.org/drawingml/2006/main" x="609600" y="1724025"/>
          <a:ext xmlns:a="http://schemas.openxmlformats.org/drawingml/2006/main" cx="10972800" cy="3714750"/>
        </p:xfrm>
        <a:graphic xmlns:a="http://schemas.openxmlformats.org/drawingml/2006/main">
          <a:graphicData uri="http://schemas.openxmlformats.org/drawingml/2006/table">
            <a:tbl>
              <a:tblPr/>
              <a:tblGrid>
                <a:gridCol w="2619375"/>
                <a:gridCol w="4857750"/>
                <a:gridCol w="3495675"/>
              </a:tblGrid>
              <a:tr h="495300">
                <a:tc>
                  <a:txBody>
                    <a:bodyPr lIns="0" tIns="0" rIns="0" bIns="0">
                      <a:noAutofit/>
                    </a:bodyPr>
                    <a:lstStyle/>
                    <a:p>
                      <a:r>
                        <a:rPr sz="1725" b="1">
                          <a:solidFill>
                            <a:srgbClr val="FFFFFF"/>
                          </a:solidFill>
                          <a:latin typeface="Lato"/>
                          <a:ea typeface="Lato"/>
                          <a:cs typeface="Lato"/>
                        </a:rPr>
                        <a:t>Activity</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Minimum record</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Responsibility</a:t>
                      </a:r>
                    </a:p>
                  </a:txBody>
                  <a:tcPr marL="91440" marR="91440" marT="45720" marB="45720" anchor="ctr">
                    <a:solidFill>
                      <a:srgbClr val="142D4E"/>
                    </a:solidFill>
                  </a:tcPr>
                </a:tc>
              </a:tr>
              <a:tr h="804863">
                <a:tc>
                  <a:txBody>
                    <a:bodyPr lIns="0" tIns="0" rIns="0" bIns="0">
                      <a:noAutofit/>
                    </a:bodyPr>
                    <a:lstStyle/>
                    <a:p>
                      <a:r>
                        <a:rPr sz="1800" b="0">
                          <a:solidFill>
                            <a:srgbClr val="21344B"/>
                          </a:solidFill>
                          <a:latin typeface="Lato"/>
                          <a:ea typeface="Lato"/>
                          <a:cs typeface="Lato"/>
                        </a:rPr>
                        <a:t>Evidence collection</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URL/environment, consent state, event, timing, audit/run ID, and redacted evidence</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Analyst captures reproducible observations.</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Issue documentation</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Expected versus observed, reproduction steps, impact, owner, and uncertainty</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Analyst logs and routes the issue.</a:t>
                      </a:r>
                    </a:p>
                  </a:txBody>
                  <a:tcPr marL="91440" marR="91440" marT="45720" marB="45720" anchor="ctr">
                    <a:solidFill>
                      <a:srgbClr val="EFF4F8"/>
                    </a:solidFill>
                  </a:tcPr>
                </a:tc>
              </a:tr>
              <a:tr h="804863">
                <a:tc>
                  <a:txBody>
                    <a:bodyPr lIns="0" tIns="0" rIns="0" bIns="0">
                      <a:noAutofit/>
                    </a:bodyPr>
                    <a:lstStyle/>
                    <a:p>
                      <a:r>
                        <a:rPr sz="1800" b="0">
                          <a:solidFill>
                            <a:srgbClr val="21344B"/>
                          </a:solidFill>
                          <a:latin typeface="Lato"/>
                          <a:ea typeface="Lato"/>
                          <a:cs typeface="Lato"/>
                        </a:rPr>
                        <a:t>Remediation validation</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Same affected scenario plus relevant consent and page regression checks</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Technical owner changes. Analyst retests.</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Status reporting</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Coverage, confirmed issues, open questions, retest state, and next actions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Lead reviews priority, ownership, and closure.</a:t>
                      </a:r>
                    </a:p>
                  </a:txBody>
                  <a:tcPr marL="91440" marR="91440" marT="45720" marB="45720" anchor="ctr">
                    <a:solidFill>
                      <a:srgbClr val="EFF4F8"/>
                    </a:solidFill>
                  </a:tcPr>
                </a:tc>
              </a:tr>
            </a:tbl>
          </a:graphicData>
        </a:graphic>
      </p:graphicFrame>
      <p:sp>
        <p:nvSpPr>
          <p:cNvPr id="7" name="">
            <a:extLst xmlns:a="http://schemas.openxmlformats.org/drawingml/2006/main">
              <a:ext uri="{FF2B5EF4-FFF2-40B4-BE49-F238E27FC236}">
                <a16:creationId xmlns:a16="http://schemas.microsoft.com/office/drawing/2014/main" id="{4C90B85E-FBD0-47B6-99C8-23FA49DF985C}"/>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8" name="Learning point">
            <a:extLst xmlns:a="http://schemas.openxmlformats.org/drawingml/2006/main">
              <a:ext uri="{FF2B5EF4-FFF2-40B4-BE49-F238E27FC236}">
                <a16:creationId xmlns:a16="http://schemas.microsoft.com/office/drawing/2014/main" id="{FF55AC36-C04D-49C7-87F5-B670CC06AB38}"/>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Learning point</a:t>
            </a:r>
          </a:p>
        </p:txBody>
      </p:sp>
      <p:sp>
        <p:nvSpPr>
          <p:cNvPr id="9" name="Closure needs repeatable validation against the approved expectat">
            <a:extLst xmlns:a="http://schemas.openxmlformats.org/drawingml/2006/main">
              <a:ext uri="{FF2B5EF4-FFF2-40B4-BE49-F238E27FC236}">
                <a16:creationId xmlns:a16="http://schemas.microsoft.com/office/drawing/2014/main" id="{4EA417B1-EC85-4D4B-9909-126960A1D664}"/>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Closure needs repeatable validation against the approved expectation and an updated issue/inventory record.</a:t>
            </a:r>
          </a:p>
        </p:txBody>
      </p:sp>
    </p:spTree>
    <p:extLst>
      <p:ext uri="{BB962C8B-B14F-4D97-AF65-F5344CB8AC3E}">
        <p14:creationId xmlns:p14="http://schemas.microsoft.com/office/powerpoint/2010/main" val="151442607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 4  /  Audit Validation &amp; Reporting">
            <a:extLst xmlns:a="http://schemas.openxmlformats.org/drawingml/2006/main">
              <a:ext uri="{FF2B5EF4-FFF2-40B4-BE49-F238E27FC236}">
                <a16:creationId xmlns:a16="http://schemas.microsoft.com/office/drawing/2014/main" id="{DCE5E421-ACC4-48B1-BFDE-C6338687DE99}"/>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B26724"/>
                </a:solidFill>
                <a:latin typeface="Lato"/>
                <a:ea typeface="Lato"/>
                <a:cs typeface="Lato"/>
              </a:defRPr>
            </a:defPPr>
          </a:lstStyle>
          <a:p xmlns:a="http://schemas.openxmlformats.org/drawingml/2006/main">
            <a:pPr algn="l">
              <a:defRPr sz="1275" b="1">
                <a:solidFill>
                  <a:srgbClr val="B26724"/>
                </a:solidFill>
                <a:latin typeface="Lato"/>
                <a:ea typeface="Lato"/>
                <a:cs typeface="Lato"/>
              </a:defRPr>
            </a:pPr>
            <a:r>
              <a:rPr sz="1275" b="1">
                <a:solidFill>
                  <a:srgbClr val="B26724"/>
                </a:solidFill>
                <a:latin typeface="Lato"/>
                <a:ea typeface="Lato"/>
                <a:cs typeface="Lato"/>
              </a:rPr>
              <a:t>Day 4  /  Audit Validation &amp; Reporting</a:t>
            </a:r>
          </a:p>
        </p:txBody>
      </p:sp>
      <p:sp>
        <p:nvSpPr>
          <p:cNvPr id="2" name="Day 4 practical session and learning check">
            <a:extLst xmlns:a="http://schemas.openxmlformats.org/drawingml/2006/main">
              <a:ext uri="{FF2B5EF4-FFF2-40B4-BE49-F238E27FC236}">
                <a16:creationId xmlns:a16="http://schemas.microsoft.com/office/drawing/2014/main" id="{9BB63F24-6C54-46EE-988A-130EB45104A4}"/>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Day 4 practical session and learning check</a:t>
            </a:r>
          </a:p>
        </p:txBody>
      </p:sp>
      <p:sp>
        <p:nvSpPr>
          <p:cNvPr id="3" name="">
            <a:extLst xmlns:a="http://schemas.openxmlformats.org/drawingml/2006/main">
              <a:ext uri="{FF2B5EF4-FFF2-40B4-BE49-F238E27FC236}">
                <a16:creationId xmlns:a16="http://schemas.microsoft.com/office/drawing/2014/main" id="{8ADFE6B7-D0F6-45FF-B7F7-611B87789FCE}"/>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34F5762C-25FF-4EEC-ACE3-294725AA9BEB}"/>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29">
            <a:extLst xmlns:a="http://schemas.openxmlformats.org/drawingml/2006/main">
              <a:ext uri="{FF2B5EF4-FFF2-40B4-BE49-F238E27FC236}">
                <a16:creationId xmlns:a16="http://schemas.microsoft.com/office/drawing/2014/main" id="{CA8930D4-C6AA-4D86-863E-D55AC080650F}"/>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29</a:t>
            </a:r>
          </a:p>
        </p:txBody>
      </p:sp>
      <p:graphicFrame>
        <p:nvGraphicFramePr>
          <p:cNvPr id="6" name="">
            <a:extLst xmlns:a="http://schemas.openxmlformats.org/drawingml/2006/main">
              <a:ext uri="{FF2B5EF4-FFF2-40B4-BE49-F238E27FC236}">
                <a16:creationId xmlns:a16="http://schemas.microsoft.com/office/drawing/2014/main" id="{54929408-4B45-4BAD-93B2-4C6A0E8A7700}"/>
              </a:ext>
            </a:extLst>
          </p:cNvPr>
          <p:cNvGraphicFramePr/>
          <p:nvPr/>
        </p:nvGraphicFramePr>
        <p:xfrm>
          <a:off xmlns:a="http://schemas.openxmlformats.org/drawingml/2006/main" x="609600" y="1724025"/>
          <a:ext xmlns:a="http://schemas.openxmlformats.org/drawingml/2006/main" cx="5238750" cy="3619500"/>
        </p:xfrm>
        <a:graphic xmlns:a="http://schemas.openxmlformats.org/drawingml/2006/main">
          <a:graphicData uri="http://schemas.openxmlformats.org/drawingml/2006/table">
            <a:tbl>
              <a:tblPr/>
              <a:tblGrid>
                <a:gridCol w="4095750"/>
                <a:gridCol w="1143000"/>
              </a:tblGrid>
              <a:tr h="457200">
                <a:tc>
                  <a:txBody>
                    <a:bodyPr lIns="0" tIns="0" rIns="0" bIns="0">
                      <a:noAutofit/>
                    </a:bodyPr>
                    <a:lstStyle/>
                    <a:p>
                      <a:r>
                        <a:rPr sz="1725" b="1">
                          <a:solidFill>
                            <a:srgbClr val="FFFFFF"/>
                          </a:solidFill>
                          <a:latin typeface="Lato"/>
                          <a:ea typeface="Lato"/>
                          <a:cs typeface="Lato"/>
                        </a:rPr>
                        <a:t>Planned session</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Minutes</a:t>
                      </a:r>
                    </a:p>
                  </a:txBody>
                  <a:tcPr marL="91440" marR="91440" marT="45720" marB="45720" anchor="ctr">
                    <a:solidFill>
                      <a:srgbClr val="142D4E"/>
                    </a:solidFill>
                  </a:tcPr>
                </a:tc>
              </a:tr>
              <a:tr h="632460">
                <a:tc>
                  <a:txBody>
                    <a:bodyPr lIns="0" tIns="0" rIns="0" bIns="0">
                      <a:noAutofit/>
                    </a:bodyPr>
                    <a:lstStyle/>
                    <a:p>
                      <a:r>
                        <a:rPr sz="1725" b="0">
                          <a:solidFill>
                            <a:srgbClr val="21344B"/>
                          </a:solidFill>
                          <a:latin typeface="Lato"/>
                          <a:ea typeface="Lato"/>
                          <a:cs typeface="Lato"/>
                        </a:rPr>
                        <a:t>Audit validity and report analysis</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45</a:t>
                      </a:r>
                    </a:p>
                  </a:txBody>
                  <a:tcPr marL="91440" marR="91440" marT="45720" marB="45720" anchor="ctr">
                    <a:solidFill>
                      <a:srgbClr val="FFFFFF"/>
                    </a:solidFill>
                  </a:tcPr>
                </a:tc>
              </a:tr>
              <a:tr h="632460">
                <a:tc>
                  <a:txBody>
                    <a:bodyPr lIns="0" tIns="0" rIns="0" bIns="0">
                      <a:noAutofit/>
                    </a:bodyPr>
                    <a:lstStyle/>
                    <a:p>
                      <a:r>
                        <a:rPr sz="1725" b="0">
                          <a:solidFill>
                            <a:srgbClr val="21344B"/>
                          </a:solidFill>
                          <a:latin typeface="Lato"/>
                          <a:ea typeface="Lato"/>
                          <a:cs typeface="Lato"/>
                        </a:rPr>
                        <a:t>Consent, vendor, and storage validation</a:t>
                      </a:r>
                    </a:p>
                  </a:txBody>
                  <a:tcPr marL="91440" marR="91440" marT="45720" marB="45720" anchor="ctr">
                    <a:solidFill>
                      <a:srgbClr val="EFF4F8"/>
                    </a:solidFill>
                  </a:tcPr>
                </a:tc>
                <a:tc>
                  <a:txBody>
                    <a:bodyPr lIns="0" tIns="0" rIns="0" bIns="0">
                      <a:noAutofit/>
                    </a:bodyPr>
                    <a:lstStyle/>
                    <a:p>
                      <a:r>
                        <a:rPr sz="1725" b="0">
                          <a:solidFill>
                            <a:srgbClr val="21344B"/>
                          </a:solidFill>
                          <a:latin typeface="Lato"/>
                          <a:ea typeface="Lato"/>
                          <a:cs typeface="Lato"/>
                        </a:rPr>
                        <a:t>60</a:t>
                      </a:r>
                    </a:p>
                  </a:txBody>
                  <a:tcPr marL="91440" marR="91440" marT="45720" marB="45720" anchor="ctr">
                    <a:solidFill>
                      <a:srgbClr val="EFF4F8"/>
                    </a:solidFill>
                  </a:tcPr>
                </a:tc>
              </a:tr>
              <a:tr h="632460">
                <a:tc>
                  <a:txBody>
                    <a:bodyPr lIns="0" tIns="0" rIns="0" bIns="0">
                      <a:noAutofit/>
                    </a:bodyPr>
                    <a:lstStyle/>
                    <a:p>
                      <a:r>
                        <a:rPr sz="1725" b="0">
                          <a:solidFill>
                            <a:srgbClr val="21344B"/>
                          </a:solidFill>
                          <a:latin typeface="Lato"/>
                          <a:ea typeface="Lato"/>
                          <a:cs typeface="Lato"/>
                        </a:rPr>
                        <a:t>Timing and defect investigation</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60</a:t>
                      </a:r>
                    </a:p>
                  </a:txBody>
                  <a:tcPr marL="91440" marR="91440" marT="45720" marB="45720" anchor="ctr">
                    <a:solidFill>
                      <a:srgbClr val="FFFFFF"/>
                    </a:solidFill>
                  </a:tcPr>
                </a:tc>
              </a:tr>
              <a:tr h="632460">
                <a:tc>
                  <a:txBody>
                    <a:bodyPr lIns="0" tIns="0" rIns="0" bIns="0">
                      <a:noAutofit/>
                    </a:bodyPr>
                    <a:lstStyle/>
                    <a:p>
                      <a:r>
                        <a:rPr sz="1725" b="0">
                          <a:solidFill>
                            <a:srgbClr val="21344B"/>
                          </a:solidFill>
                          <a:latin typeface="Lato"/>
                          <a:ea typeface="Lato"/>
                          <a:cs typeface="Lato"/>
                        </a:rPr>
                        <a:t>Evidence, reporting, and remediation retest</a:t>
                      </a:r>
                    </a:p>
                  </a:txBody>
                  <a:tcPr marL="91440" marR="91440" marT="45720" marB="45720" anchor="ctr">
                    <a:solidFill>
                      <a:srgbClr val="EFF4F8"/>
                    </a:solidFill>
                  </a:tcPr>
                </a:tc>
                <a:tc>
                  <a:txBody>
                    <a:bodyPr lIns="0" tIns="0" rIns="0" bIns="0">
                      <a:noAutofit/>
                    </a:bodyPr>
                    <a:lstStyle/>
                    <a:p>
                      <a:r>
                        <a:rPr sz="1725" b="0">
                          <a:solidFill>
                            <a:srgbClr val="21344B"/>
                          </a:solidFill>
                          <a:latin typeface="Lato"/>
                          <a:ea typeface="Lato"/>
                          <a:cs typeface="Lato"/>
                        </a:rPr>
                        <a:t>45</a:t>
                      </a:r>
                    </a:p>
                  </a:txBody>
                  <a:tcPr marL="91440" marR="91440" marT="45720" marB="45720" anchor="ctr">
                    <a:solidFill>
                      <a:srgbClr val="EFF4F8"/>
                    </a:solidFill>
                  </a:tcPr>
                </a:tc>
              </a:tr>
              <a:tr h="632460">
                <a:tc>
                  <a:txBody>
                    <a:bodyPr lIns="0" tIns="0" rIns="0" bIns="0">
                      <a:noAutofit/>
                    </a:bodyPr>
                    <a:lstStyle/>
                    <a:p>
                      <a:r>
                        <a:rPr sz="1725" b="0">
                          <a:solidFill>
                            <a:srgbClr val="21344B"/>
                          </a:solidFill>
                          <a:latin typeface="Lato"/>
                          <a:ea typeface="Lato"/>
                          <a:cs typeface="Lato"/>
                        </a:rPr>
                        <a:t>Review and recap</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30</a:t>
                      </a:r>
                    </a:p>
                  </a:txBody>
                  <a:tcPr marL="91440" marR="91440" marT="45720" marB="45720" anchor="ctr">
                    <a:solidFill>
                      <a:srgbClr val="FFFFFF"/>
                    </a:solidFill>
                  </a:tcPr>
                </a:tc>
              </a:tr>
            </a:tbl>
          </a:graphicData>
        </a:graphic>
      </p:graphicFrame>
      <p:sp>
        <p:nvSpPr>
          <p:cNvPr id="7" name="Walkthrough and learner output">
            <a:extLst xmlns:a="http://schemas.openxmlformats.org/drawingml/2006/main">
              <a:ext uri="{FF2B5EF4-FFF2-40B4-BE49-F238E27FC236}">
                <a16:creationId xmlns:a16="http://schemas.microsoft.com/office/drawing/2014/main" id="{74391FAD-43BA-448F-A067-FD029846AE48}"/>
              </a:ext>
            </a:extLst>
          </p:cNvPr>
          <p:cNvSpPr>
            <a:spLocks xmlns:a="http://schemas.openxmlformats.org/drawingml/2006/main" noGrp="1"/>
          </p:cNvSpPr>
          <p:nvPr/>
        </p:nvSpPr>
        <p:spPr>
          <a:xfrm xmlns:a="http://schemas.openxmlformats.org/drawingml/2006/main">
            <a:off x="6334125" y="17240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Walkthrough and learner output</a:t>
            </a:r>
          </a:p>
        </p:txBody>
      </p:sp>
      <p:sp>
        <p:nvSpPr>
          <p:cNvPr id="8" name="Review a training audit, investigate unexpected/missing activity ">
            <a:extLst xmlns:a="http://schemas.openxmlformats.org/drawingml/2006/main">
              <a:ext uri="{FF2B5EF4-FFF2-40B4-BE49-F238E27FC236}">
                <a16:creationId xmlns:a16="http://schemas.microsoft.com/office/drawing/2014/main" id="{6AAFD56E-3F7B-43DB-8F9D-C852E2A764FB}"/>
              </a:ext>
            </a:extLst>
          </p:cNvPr>
          <p:cNvSpPr>
            <a:spLocks xmlns:a="http://schemas.openxmlformats.org/drawingml/2006/main" noGrp="1"/>
          </p:cNvSpPr>
          <p:nvPr/>
        </p:nvSpPr>
        <p:spPr>
          <a:xfrm xmlns:a="http://schemas.openxmlformats.org/drawingml/2006/main">
            <a:off x="6334125" y="2295525"/>
            <a:ext cx="5238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algn="l">
              <a:defRPr sz="1875" b="0">
                <a:solidFill>
                  <a:srgbClr val="21344B"/>
                </a:solidFill>
                <a:latin typeface="Lato"/>
                <a:ea typeface="Lato"/>
                <a:cs typeface="Lato"/>
              </a:defRPr>
            </a:pPr>
            <a:r>
              <a:rPr sz="1875" b="0">
                <a:solidFill>
                  <a:srgbClr val="21344B"/>
                </a:solidFill>
                <a:latin typeface="Lato"/>
                <a:ea typeface="Lato"/>
                <a:cs typeface="Lato"/>
              </a:rPr>
              <a:t>Review a training audit, investigate unexpected/missing activity and timing, collect reproducible evidence, prepare a sample defect, and explain the retest.</a:t>
            </a:r>
          </a:p>
        </p:txBody>
      </p:sp>
      <p:sp>
        <p:nvSpPr>
          <p:cNvPr id="9" name="Learning check">
            <a:extLst xmlns:a="http://schemas.openxmlformats.org/drawingml/2006/main">
              <a:ext uri="{FF2B5EF4-FFF2-40B4-BE49-F238E27FC236}">
                <a16:creationId xmlns:a16="http://schemas.microsoft.com/office/drawing/2014/main" id="{2AB58689-0D3A-4F82-97E3-22883C3FACB7}"/>
              </a:ext>
            </a:extLst>
          </p:cNvPr>
          <p:cNvSpPr>
            <a:spLocks xmlns:a="http://schemas.openxmlformats.org/drawingml/2006/main" noGrp="1"/>
          </p:cNvSpPr>
          <p:nvPr/>
        </p:nvSpPr>
        <p:spPr>
          <a:xfrm xmlns:a="http://schemas.openxmlformats.org/drawingml/2006/main">
            <a:off x="6334125" y="39243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D4E"/>
                </a:solidFill>
                <a:latin typeface="Lato"/>
                <a:ea typeface="Lato"/>
                <a:cs typeface="Lato"/>
              </a:defRPr>
            </a:defPPr>
          </a:lstStyle>
          <a:p xmlns:a="http://schemas.openxmlformats.org/drawingml/2006/main">
            <a:pPr algn="l">
              <a:defRPr sz="1950" b="1">
                <a:solidFill>
                  <a:srgbClr val="142D4E"/>
                </a:solidFill>
                <a:latin typeface="Lato"/>
                <a:ea typeface="Lato"/>
                <a:cs typeface="Lato"/>
              </a:defRPr>
            </a:pPr>
            <a:r>
              <a:rPr sz="1950" b="1">
                <a:solidFill>
                  <a:srgbClr val="142D4E"/>
                </a:solidFill>
                <a:latin typeface="Lato"/>
                <a:ea typeface="Lato"/>
                <a:cs typeface="Lato"/>
              </a:rPr>
              <a:t>Learning check</a:t>
            </a:r>
          </a:p>
        </p:txBody>
      </p:sp>
      <p:sp>
        <p:nvSpPr>
          <p:cNvPr id="10" name="Prepare an issue record and status summary that link expected beh">
            <a:extLst xmlns:a="http://schemas.openxmlformats.org/drawingml/2006/main">
              <a:ext uri="{FF2B5EF4-FFF2-40B4-BE49-F238E27FC236}">
                <a16:creationId xmlns:a16="http://schemas.microsoft.com/office/drawing/2014/main" id="{8075E4F7-CB9C-48B0-AE84-25E4E8625F06}"/>
              </a:ext>
            </a:extLst>
          </p:cNvPr>
          <p:cNvSpPr>
            <a:spLocks xmlns:a="http://schemas.openxmlformats.org/drawingml/2006/main" noGrp="1"/>
          </p:cNvSpPr>
          <p:nvPr/>
        </p:nvSpPr>
        <p:spPr>
          <a:xfrm xmlns:a="http://schemas.openxmlformats.org/drawingml/2006/main">
            <a:off x="6334125" y="4381500"/>
            <a:ext cx="5238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algn="l">
              <a:defRPr sz="1875" b="0">
                <a:solidFill>
                  <a:srgbClr val="21344B"/>
                </a:solidFill>
                <a:latin typeface="Lato"/>
                <a:ea typeface="Lato"/>
                <a:cs typeface="Lato"/>
              </a:defRPr>
            </a:pPr>
            <a:r>
              <a:rPr sz="1875" b="0">
                <a:solidFill>
                  <a:srgbClr val="21344B"/>
                </a:solidFill>
                <a:latin typeface="Lato"/>
                <a:ea typeface="Lato"/>
                <a:cs typeface="Lato"/>
              </a:rPr>
              <a:t>Prepare an issue record and status summary that link expected behaviour, evidence, owner, and retest steps.</a:t>
            </a:r>
          </a:p>
        </p:txBody>
      </p:sp>
      <p:sp>
        <p:nvSpPr>
          <p:cNvPr id="11" name="">
            <a:extLst xmlns:a="http://schemas.openxmlformats.org/drawingml/2006/main">
              <a:ext uri="{FF2B5EF4-FFF2-40B4-BE49-F238E27FC236}">
                <a16:creationId xmlns:a16="http://schemas.microsoft.com/office/drawing/2014/main" id="{DA638AAE-A360-4FCC-837D-12A49B0A47E4}"/>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12" name="Expected outcome">
            <a:extLst xmlns:a="http://schemas.openxmlformats.org/drawingml/2006/main">
              <a:ext uri="{FF2B5EF4-FFF2-40B4-BE49-F238E27FC236}">
                <a16:creationId xmlns:a16="http://schemas.microsoft.com/office/drawing/2014/main" id="{26F214B2-C0F7-47C9-876B-5A68D18AE8C2}"/>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Expected outcome</a:t>
            </a:r>
          </a:p>
        </p:txBody>
      </p:sp>
      <p:sp>
        <p:nvSpPr>
          <p:cNvPr id="13" name="Understand how to analyse audit results, identify issues, documen">
            <a:extLst xmlns:a="http://schemas.openxmlformats.org/drawingml/2006/main">
              <a:ext uri="{FF2B5EF4-FFF2-40B4-BE49-F238E27FC236}">
                <a16:creationId xmlns:a16="http://schemas.microsoft.com/office/drawing/2014/main" id="{37E43D2F-9F40-4D79-B880-E7629C00D2D8}"/>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Understand how to analyse audit results, identify issues, document findings, and support remediation activities.</a:t>
            </a:r>
          </a:p>
        </p:txBody>
      </p:sp>
    </p:spTree>
    <p:extLst>
      <p:ext uri="{BB962C8B-B14F-4D97-AF65-F5344CB8AC3E}">
        <p14:creationId xmlns:p14="http://schemas.microsoft.com/office/powerpoint/2010/main" val="1851776784"/>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E8EBEF99-799A-4730-BD30-AD0C47B617F4}"/>
              </a:ext>
            </a:extLst>
          </p:cNvPr>
          <p:cNvCxnSpPr>
            <a:stCxn xmlns:a="http://schemas.openxmlformats.org/drawingml/2006/main" id="12" idx="3"/>
            <a:endCxn xmlns:a="http://schemas.openxmlformats.org/drawingml/2006/main" id="15" idx="1"/>
          </p:cNvCxnSpPr>
          <p:nvPr/>
        </p:nvCxnSpPr>
        <p:spPr>
          <a:xfrm xmlns:a="http://schemas.openxmlformats.org/drawingml/2006/main">
            <a:off x="8758238"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FCF56C02-B8F0-4BBA-B75E-3CEA2D9370A2}"/>
              </a:ext>
            </a:extLst>
          </p:cNvPr>
          <p:cNvCxnSpPr>
            <a:stCxn xmlns:a="http://schemas.openxmlformats.org/drawingml/2006/main" id="9" idx="3"/>
            <a:endCxn xmlns:a="http://schemas.openxmlformats.org/drawingml/2006/main" id="12" idx="1"/>
          </p:cNvCxnSpPr>
          <p:nvPr/>
        </p:nvCxnSpPr>
        <p:spPr>
          <a:xfrm xmlns:a="http://schemas.openxmlformats.org/drawingml/2006/main">
            <a:off x="5934076" y="2857500"/>
            <a:ext cx="323849"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2594FF26-B6CD-4A5F-B768-8F3423B14B05}"/>
              </a:ext>
            </a:extLst>
          </p:cNvPr>
          <p:cNvCxnSpPr>
            <a:stCxn xmlns:a="http://schemas.openxmlformats.org/drawingml/2006/main" id="6" idx="3"/>
            <a:endCxn xmlns:a="http://schemas.openxmlformats.org/drawingml/2006/main" id="9" idx="1"/>
          </p:cNvCxnSpPr>
          <p:nvPr/>
        </p:nvCxnSpPr>
        <p:spPr>
          <a:xfrm xmlns:a="http://schemas.openxmlformats.org/drawingml/2006/main">
            <a:off x="3109913" y="2857500"/>
            <a:ext cx="323850" cy="0"/>
          </a:xfrm>
          <a:prstGeom xmlns:a="http://schemas.openxmlformats.org/drawingml/2006/main" prst="straightConnector1">
            <a:avLst/>
          </a:prstGeom>
          <a:ln xmlns:a="http://schemas.openxmlformats.org/drawingml/2006/main" w="19050">
            <a:solidFill>
              <a:srgbClr val="006FB9"/>
            </a:solidFill>
            <a:prstDash val="solid"/>
            <a:tailEnd type="triangle" w="sm" len="sm"/>
          </a:ln>
        </p:spPr>
      </p:cxnSp>
      <p:sp>
        <p:nvSpPr>
          <p:cNvPr id="24" name="Day 5  /  Practical KT &amp; Handover">
            <a:extLst xmlns:a="http://schemas.openxmlformats.org/drawingml/2006/main">
              <a:ext uri="{FF2B5EF4-FFF2-40B4-BE49-F238E27FC236}">
                <a16:creationId xmlns:a16="http://schemas.microsoft.com/office/drawing/2014/main" id="{4A66077A-9075-411D-A9DC-06B1FAFB0DAF}"/>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4776C"/>
                </a:solidFill>
                <a:latin typeface="Lato"/>
                <a:ea typeface="Lato"/>
                <a:cs typeface="Lato"/>
              </a:defRPr>
            </a:defPPr>
          </a:lstStyle>
          <a:p xmlns:a="http://schemas.openxmlformats.org/drawingml/2006/main">
            <a:pPr algn="l">
              <a:defRPr sz="1275" b="1">
                <a:solidFill>
                  <a:srgbClr val="14776C"/>
                </a:solidFill>
                <a:latin typeface="Lato"/>
                <a:ea typeface="Lato"/>
                <a:cs typeface="Lato"/>
              </a:defRPr>
            </a:pPr>
            <a:r>
              <a:rPr sz="1275" b="1">
                <a:solidFill>
                  <a:srgbClr val="14776C"/>
                </a:solidFill>
                <a:latin typeface="Lato"/>
                <a:ea typeface="Lato"/>
                <a:cs typeface="Lato"/>
              </a:rPr>
              <a:t>Day 5  /  Practical KT &amp; Handover</a:t>
            </a:r>
          </a:p>
        </p:txBody>
      </p:sp>
      <p:sp>
        <p:nvSpPr>
          <p:cNvPr id="2" name="End-to-end practical vendor validation">
            <a:extLst xmlns:a="http://schemas.openxmlformats.org/drawingml/2006/main">
              <a:ext uri="{FF2B5EF4-FFF2-40B4-BE49-F238E27FC236}">
                <a16:creationId xmlns:a16="http://schemas.microsoft.com/office/drawing/2014/main" id="{1FDCA921-4CF3-447A-A088-9B71CAF84847}"/>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End-to-end practical vendor validation</a:t>
            </a:r>
          </a:p>
        </p:txBody>
      </p:sp>
      <p:sp>
        <p:nvSpPr>
          <p:cNvPr id="3" name="">
            <a:extLst xmlns:a="http://schemas.openxmlformats.org/drawingml/2006/main">
              <a:ext uri="{FF2B5EF4-FFF2-40B4-BE49-F238E27FC236}">
                <a16:creationId xmlns:a16="http://schemas.microsoft.com/office/drawing/2014/main" id="{163B4A60-CDB3-4F03-86A0-687C171D049A}"/>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657FD42B-1A18-4CD2-ADBD-53AC27AACE47}"/>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30">
            <a:extLst xmlns:a="http://schemas.openxmlformats.org/drawingml/2006/main">
              <a:ext uri="{FF2B5EF4-FFF2-40B4-BE49-F238E27FC236}">
                <a16:creationId xmlns:a16="http://schemas.microsoft.com/office/drawing/2014/main" id="{9127599D-0F7F-4EAD-92B5-A903F3794E9E}"/>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30</a:t>
            </a:r>
          </a:p>
        </p:txBody>
      </p:sp>
      <p:sp>
        <p:nvSpPr>
          <p:cNvPr id="6" name="Investigate vendor">
            <a:extLst xmlns:a="http://schemas.openxmlformats.org/drawingml/2006/main">
              <a:ext uri="{FF2B5EF4-FFF2-40B4-BE49-F238E27FC236}">
                <a16:creationId xmlns:a16="http://schemas.microsoft.com/office/drawing/2014/main" id="{7C3FE4E2-93DA-4A26-9552-94795B9EFA24}"/>
              </a:ext>
            </a:extLst>
          </p:cNvPr>
          <p:cNvSpPr>
            <a:spLocks xmlns:a="http://schemas.openxmlformats.org/drawingml/2006/main" noGrp="1"/>
          </p:cNvSpPr>
          <p:nvPr/>
        </p:nvSpPr>
        <p:spPr>
          <a:xfrm xmlns:a="http://schemas.openxmlformats.org/drawingml/2006/main">
            <a:off x="609600"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Investigate vendor</a:t>
            </a:r>
          </a:p>
        </p:txBody>
      </p:sp>
      <p:sp>
        <p:nvSpPr>
          <p:cNvPr id="7" name="01">
            <a:extLst xmlns:a="http://schemas.openxmlformats.org/drawingml/2006/main">
              <a:ext uri="{FF2B5EF4-FFF2-40B4-BE49-F238E27FC236}">
                <a16:creationId xmlns:a16="http://schemas.microsoft.com/office/drawing/2014/main" id="{2B8E39C6-2E01-45A8-AB5C-4D6CBEE65839}"/>
              </a:ext>
            </a:extLst>
          </p:cNvPr>
          <p:cNvSpPr>
            <a:spLocks xmlns:a="http://schemas.openxmlformats.org/drawingml/2006/main" noGrp="1"/>
          </p:cNvSpPr>
          <p:nvPr/>
        </p:nvSpPr>
        <p:spPr>
          <a:xfrm xmlns:a="http://schemas.openxmlformats.org/drawingml/2006/main">
            <a:off x="609600"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776C"/>
                </a:solidFill>
                <a:latin typeface="Lato"/>
                <a:ea typeface="Lato"/>
                <a:cs typeface="Lato"/>
              </a:defRPr>
            </a:defPPr>
          </a:lstStyle>
          <a:p xmlns:a="http://schemas.openxmlformats.org/drawingml/2006/main">
            <a:pPr algn="l">
              <a:defRPr sz="1650" b="1">
                <a:solidFill>
                  <a:srgbClr val="14776C"/>
                </a:solidFill>
                <a:latin typeface="Lato"/>
                <a:ea typeface="Lato"/>
                <a:cs typeface="Lato"/>
              </a:defRPr>
            </a:pPr>
            <a:r>
              <a:rPr sz="1650" b="1">
                <a:solidFill>
                  <a:srgbClr val="14776C"/>
                </a:solidFill>
                <a:latin typeface="Lato"/>
                <a:ea typeface="Lato"/>
                <a:cs typeface="Lato"/>
              </a:rPr>
              <a:t>01</a:t>
            </a:r>
          </a:p>
        </p:txBody>
      </p:sp>
      <p:sp>
        <p:nvSpPr>
          <p:cNvPr id="8" name="Purpose, method, official guidance, and storage comparison.">
            <a:extLst xmlns:a="http://schemas.openxmlformats.org/drawingml/2006/main">
              <a:ext uri="{FF2B5EF4-FFF2-40B4-BE49-F238E27FC236}">
                <a16:creationId xmlns:a16="http://schemas.microsoft.com/office/drawing/2014/main" id="{B6FA86A8-473C-4991-9702-76D6D1658C54}"/>
              </a:ext>
            </a:extLst>
          </p:cNvPr>
          <p:cNvSpPr>
            <a:spLocks xmlns:a="http://schemas.openxmlformats.org/drawingml/2006/main" noGrp="1"/>
          </p:cNvSpPr>
          <p:nvPr/>
        </p:nvSpPr>
        <p:spPr>
          <a:xfrm xmlns:a="http://schemas.openxmlformats.org/drawingml/2006/main">
            <a:off x="609600"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Purpose, method, official guidance, and storage comparison.</a:t>
            </a:r>
          </a:p>
        </p:txBody>
      </p:sp>
      <p:sp>
        <p:nvSpPr>
          <p:cNvPr id="9" name="Build and run audit">
            <a:extLst xmlns:a="http://schemas.openxmlformats.org/drawingml/2006/main">
              <a:ext uri="{FF2B5EF4-FFF2-40B4-BE49-F238E27FC236}">
                <a16:creationId xmlns:a16="http://schemas.microsoft.com/office/drawing/2014/main" id="{48075B14-C78E-4A66-AE92-1E265DFA237A}"/>
              </a:ext>
            </a:extLst>
          </p:cNvPr>
          <p:cNvSpPr>
            <a:spLocks xmlns:a="http://schemas.openxmlformats.org/drawingml/2006/main" noGrp="1"/>
          </p:cNvSpPr>
          <p:nvPr/>
        </p:nvSpPr>
        <p:spPr>
          <a:xfrm xmlns:a="http://schemas.openxmlformats.org/drawingml/2006/main">
            <a:off x="3433763"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Build and run audit</a:t>
            </a:r>
          </a:p>
        </p:txBody>
      </p:sp>
      <p:sp>
        <p:nvSpPr>
          <p:cNvPr id="10" name="02">
            <a:extLst xmlns:a="http://schemas.openxmlformats.org/drawingml/2006/main">
              <a:ext uri="{FF2B5EF4-FFF2-40B4-BE49-F238E27FC236}">
                <a16:creationId xmlns:a16="http://schemas.microsoft.com/office/drawing/2014/main" id="{4232B881-8FF2-41E7-A5EA-35D84BDA4353}"/>
              </a:ext>
            </a:extLst>
          </p:cNvPr>
          <p:cNvSpPr>
            <a:spLocks xmlns:a="http://schemas.openxmlformats.org/drawingml/2006/main" noGrp="1"/>
          </p:cNvSpPr>
          <p:nvPr/>
        </p:nvSpPr>
        <p:spPr>
          <a:xfrm xmlns:a="http://schemas.openxmlformats.org/drawingml/2006/main">
            <a:off x="3433763"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776C"/>
                </a:solidFill>
                <a:latin typeface="Lato"/>
                <a:ea typeface="Lato"/>
                <a:cs typeface="Lato"/>
              </a:defRPr>
            </a:defPPr>
          </a:lstStyle>
          <a:p xmlns:a="http://schemas.openxmlformats.org/drawingml/2006/main">
            <a:pPr algn="l">
              <a:defRPr sz="1650" b="1">
                <a:solidFill>
                  <a:srgbClr val="14776C"/>
                </a:solidFill>
                <a:latin typeface="Lato"/>
                <a:ea typeface="Lato"/>
                <a:cs typeface="Lato"/>
              </a:defRPr>
            </a:pPr>
            <a:r>
              <a:rPr sz="1650" b="1">
                <a:solidFill>
                  <a:srgbClr val="14776C"/>
                </a:solidFill>
                <a:latin typeface="Lato"/>
                <a:ea typeface="Lato"/>
                <a:cs typeface="Lato"/>
              </a:rPr>
              <a:t>02</a:t>
            </a:r>
          </a:p>
        </p:txBody>
      </p:sp>
      <p:sp>
        <p:nvSpPr>
          <p:cNvPr id="11" name="URLs, consent actions, detector, rules, and pilot.">
            <a:extLst xmlns:a="http://schemas.openxmlformats.org/drawingml/2006/main">
              <a:ext uri="{FF2B5EF4-FFF2-40B4-BE49-F238E27FC236}">
                <a16:creationId xmlns:a16="http://schemas.microsoft.com/office/drawing/2014/main" id="{BAE159BC-B561-4D2F-8344-7F6A403CE28E}"/>
              </a:ext>
            </a:extLst>
          </p:cNvPr>
          <p:cNvSpPr>
            <a:spLocks xmlns:a="http://schemas.openxmlformats.org/drawingml/2006/main" noGrp="1"/>
          </p:cNvSpPr>
          <p:nvPr/>
        </p:nvSpPr>
        <p:spPr>
          <a:xfrm xmlns:a="http://schemas.openxmlformats.org/drawingml/2006/main">
            <a:off x="3433763"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URLs, consent actions, detector, rules, and pilot.</a:t>
            </a:r>
          </a:p>
        </p:txBody>
      </p:sp>
      <p:sp>
        <p:nvSpPr>
          <p:cNvPr id="12" name="Validate results">
            <a:extLst xmlns:a="http://schemas.openxmlformats.org/drawingml/2006/main">
              <a:ext uri="{FF2B5EF4-FFF2-40B4-BE49-F238E27FC236}">
                <a16:creationId xmlns:a16="http://schemas.microsoft.com/office/drawing/2014/main" id="{67FEC67C-CC51-49B8-AE14-596461B4B2E6}"/>
              </a:ext>
            </a:extLst>
          </p:cNvPr>
          <p:cNvSpPr>
            <a:spLocks xmlns:a="http://schemas.openxmlformats.org/drawingml/2006/main" noGrp="1"/>
          </p:cNvSpPr>
          <p:nvPr/>
        </p:nvSpPr>
        <p:spPr>
          <a:xfrm xmlns:a="http://schemas.openxmlformats.org/drawingml/2006/main">
            <a:off x="6257925"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Validate results</a:t>
            </a:r>
          </a:p>
        </p:txBody>
      </p:sp>
      <p:sp>
        <p:nvSpPr>
          <p:cNvPr id="13" name="03">
            <a:extLst xmlns:a="http://schemas.openxmlformats.org/drawingml/2006/main">
              <a:ext uri="{FF2B5EF4-FFF2-40B4-BE49-F238E27FC236}">
                <a16:creationId xmlns:a16="http://schemas.microsoft.com/office/drawing/2014/main" id="{5259D6E9-EAED-42AE-8A31-5423357ACDCA}"/>
              </a:ext>
            </a:extLst>
          </p:cNvPr>
          <p:cNvSpPr>
            <a:spLocks xmlns:a="http://schemas.openxmlformats.org/drawingml/2006/main" noGrp="1"/>
          </p:cNvSpPr>
          <p:nvPr/>
        </p:nvSpPr>
        <p:spPr>
          <a:xfrm xmlns:a="http://schemas.openxmlformats.org/drawingml/2006/main">
            <a:off x="6257925"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776C"/>
                </a:solidFill>
                <a:latin typeface="Lato"/>
                <a:ea typeface="Lato"/>
                <a:cs typeface="Lato"/>
              </a:defRPr>
            </a:defPPr>
          </a:lstStyle>
          <a:p xmlns:a="http://schemas.openxmlformats.org/drawingml/2006/main">
            <a:pPr algn="l">
              <a:defRPr sz="1650" b="1">
                <a:solidFill>
                  <a:srgbClr val="14776C"/>
                </a:solidFill>
                <a:latin typeface="Lato"/>
                <a:ea typeface="Lato"/>
                <a:cs typeface="Lato"/>
              </a:defRPr>
            </a:pPr>
            <a:r>
              <a:rPr sz="1650" b="1">
                <a:solidFill>
                  <a:srgbClr val="14776C"/>
                </a:solidFill>
                <a:latin typeface="Lato"/>
                <a:ea typeface="Lato"/>
                <a:cs typeface="Lato"/>
              </a:rPr>
              <a:t>03</a:t>
            </a:r>
          </a:p>
        </p:txBody>
      </p:sp>
      <p:sp>
        <p:nvSpPr>
          <p:cNvPr id="14" name="Run validity, presence/absence, storage, and timing.">
            <a:extLst xmlns:a="http://schemas.openxmlformats.org/drawingml/2006/main">
              <a:ext uri="{FF2B5EF4-FFF2-40B4-BE49-F238E27FC236}">
                <a16:creationId xmlns:a16="http://schemas.microsoft.com/office/drawing/2014/main" id="{E3FF3E19-C057-42F3-B294-FEB0F8327440}"/>
              </a:ext>
            </a:extLst>
          </p:cNvPr>
          <p:cNvSpPr>
            <a:spLocks xmlns:a="http://schemas.openxmlformats.org/drawingml/2006/main" noGrp="1"/>
          </p:cNvSpPr>
          <p:nvPr/>
        </p:nvSpPr>
        <p:spPr>
          <a:xfrm xmlns:a="http://schemas.openxmlformats.org/drawingml/2006/main">
            <a:off x="6257925"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Run validity, presence/absence, storage, and timing.</a:t>
            </a:r>
          </a:p>
        </p:txBody>
      </p:sp>
      <p:sp>
        <p:nvSpPr>
          <p:cNvPr id="15" name="Document and hand over">
            <a:extLst xmlns:a="http://schemas.openxmlformats.org/drawingml/2006/main">
              <a:ext uri="{FF2B5EF4-FFF2-40B4-BE49-F238E27FC236}">
                <a16:creationId xmlns:a16="http://schemas.microsoft.com/office/drawing/2014/main" id="{04E12EAA-661F-4DC9-ACDB-E5F4A503BD9F}"/>
              </a:ext>
            </a:extLst>
          </p:cNvPr>
          <p:cNvSpPr>
            <a:spLocks xmlns:a="http://schemas.openxmlformats.org/drawingml/2006/main" noGrp="1"/>
          </p:cNvSpPr>
          <p:nvPr/>
        </p:nvSpPr>
        <p:spPr>
          <a:xfrm xmlns:a="http://schemas.openxmlformats.org/drawingml/2006/main">
            <a:off x="9082088" y="2324100"/>
            <a:ext cx="2500313" cy="1066800"/>
          </a:xfrm>
          <a:prstGeom xmlns:a="http://schemas.openxmlformats.org/drawingml/2006/main" prst="rect">
            <a:avLst/>
          </a:prstGeom>
          <a:solidFill xmlns:a="http://schemas.openxmlformats.org/drawingml/2006/main">
            <a:srgbClr val="EFF4F8"/>
          </a:solidFill>
          <a:ln xmlns:a="http://schemas.openxmlformats.org/drawingml/2006/main" w="9525">
            <a:solidFill>
              <a:srgbClr val="D5DFE9"/>
            </a:solidFill>
            <a:prstDash val="solid"/>
          </a:ln>
        </p:spPr>
        <p:txBody>
          <a:bodyPr xmlns:a="http://schemas.openxmlformats.org/drawingml/2006/main" lIns="123825" tIns="123825" rIns="123825" bIns="123825" anchor="ctr">
            <a:noAutofit/>
          </a:bodyPr>
          <a:lstStyle xmlns:a="http://schemas.openxmlformats.org/drawingml/2006/main">
            <a:defPPr algn="ctr">
              <a:defRPr sz="2025" b="1">
                <a:solidFill>
                  <a:srgbClr val="142D4E"/>
                </a:solidFill>
                <a:latin typeface="Lato"/>
                <a:ea typeface="Lato"/>
                <a:cs typeface="Lato"/>
              </a:defRPr>
            </a:defPPr>
          </a:lstStyle>
          <a:p xmlns:a="http://schemas.openxmlformats.org/drawingml/2006/main">
            <a:pPr algn="ctr">
              <a:defRPr sz="2025" b="1">
                <a:solidFill>
                  <a:srgbClr val="142D4E"/>
                </a:solidFill>
                <a:latin typeface="Lato"/>
                <a:ea typeface="Lato"/>
                <a:cs typeface="Lato"/>
              </a:defRPr>
            </a:pPr>
            <a:r>
              <a:rPr sz="2025" b="1">
                <a:solidFill>
                  <a:srgbClr val="142D4E"/>
                </a:solidFill>
                <a:latin typeface="Lato"/>
                <a:ea typeface="Lato"/>
                <a:cs typeface="Lato"/>
              </a:rPr>
              <a:t>Document and hand over</a:t>
            </a:r>
          </a:p>
        </p:txBody>
      </p:sp>
      <p:sp>
        <p:nvSpPr>
          <p:cNvPr id="16" name="04">
            <a:extLst xmlns:a="http://schemas.openxmlformats.org/drawingml/2006/main">
              <a:ext uri="{FF2B5EF4-FFF2-40B4-BE49-F238E27FC236}">
                <a16:creationId xmlns:a16="http://schemas.microsoft.com/office/drawing/2014/main" id="{9202E21B-693C-4BA5-A5EE-86E00E251B7A}"/>
              </a:ext>
            </a:extLst>
          </p:cNvPr>
          <p:cNvSpPr>
            <a:spLocks xmlns:a="http://schemas.openxmlformats.org/drawingml/2006/main" noGrp="1"/>
          </p:cNvSpPr>
          <p:nvPr/>
        </p:nvSpPr>
        <p:spPr>
          <a:xfrm xmlns:a="http://schemas.openxmlformats.org/drawingml/2006/main">
            <a:off x="9082088" y="1828800"/>
            <a:ext cx="2500313"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4776C"/>
                </a:solidFill>
                <a:latin typeface="Lato"/>
                <a:ea typeface="Lato"/>
                <a:cs typeface="Lato"/>
              </a:defRPr>
            </a:defPPr>
          </a:lstStyle>
          <a:p xmlns:a="http://schemas.openxmlformats.org/drawingml/2006/main">
            <a:pPr algn="l">
              <a:defRPr sz="1650" b="1">
                <a:solidFill>
                  <a:srgbClr val="14776C"/>
                </a:solidFill>
                <a:latin typeface="Lato"/>
                <a:ea typeface="Lato"/>
                <a:cs typeface="Lato"/>
              </a:defRPr>
            </a:pPr>
            <a:r>
              <a:rPr sz="1650" b="1">
                <a:solidFill>
                  <a:srgbClr val="14776C"/>
                </a:solidFill>
                <a:latin typeface="Lato"/>
                <a:ea typeface="Lato"/>
                <a:cs typeface="Lato"/>
              </a:rPr>
              <a:t>04</a:t>
            </a:r>
          </a:p>
        </p:txBody>
      </p:sp>
      <p:sp>
        <p:nvSpPr>
          <p:cNvPr id="17" name="Inventory, issue record, status, and follow-ups.">
            <a:extLst xmlns:a="http://schemas.openxmlformats.org/drawingml/2006/main">
              <a:ext uri="{FF2B5EF4-FFF2-40B4-BE49-F238E27FC236}">
                <a16:creationId xmlns:a16="http://schemas.microsoft.com/office/drawing/2014/main" id="{5478C060-3550-4FAF-8783-6444CBB9872A}"/>
              </a:ext>
            </a:extLst>
          </p:cNvPr>
          <p:cNvSpPr>
            <a:spLocks xmlns:a="http://schemas.openxmlformats.org/drawingml/2006/main" noGrp="1"/>
          </p:cNvSpPr>
          <p:nvPr/>
        </p:nvSpPr>
        <p:spPr>
          <a:xfrm xmlns:a="http://schemas.openxmlformats.org/drawingml/2006/main">
            <a:off x="9082088" y="3676650"/>
            <a:ext cx="2500313"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1344B"/>
                </a:solidFill>
                <a:latin typeface="Lato"/>
                <a:ea typeface="Lato"/>
                <a:cs typeface="Lato"/>
              </a:defRPr>
            </a:defPPr>
          </a:lstStyle>
          <a:p xmlns:a="http://schemas.openxmlformats.org/drawingml/2006/main">
            <a:pPr algn="l">
              <a:defRPr sz="1800" b="0">
                <a:solidFill>
                  <a:srgbClr val="21344B"/>
                </a:solidFill>
                <a:latin typeface="Lato"/>
                <a:ea typeface="Lato"/>
                <a:cs typeface="Lato"/>
              </a:defRPr>
            </a:pPr>
            <a:r>
              <a:rPr sz="1800" b="0">
                <a:solidFill>
                  <a:srgbClr val="21344B"/>
                </a:solidFill>
                <a:latin typeface="Lato"/>
                <a:ea typeface="Lato"/>
                <a:cs typeface="Lato"/>
              </a:rPr>
              <a:t>Inventory, issue record, status, and follow-ups.</a:t>
            </a:r>
          </a:p>
        </p:txBody>
      </p:sp>
      <p:sp>
        <p:nvSpPr>
          <p:cNvPr id="21" name="">
            <a:extLst xmlns:a="http://schemas.openxmlformats.org/drawingml/2006/main">
              <a:ext uri="{FF2B5EF4-FFF2-40B4-BE49-F238E27FC236}">
                <a16:creationId xmlns:a16="http://schemas.microsoft.com/office/drawing/2014/main" id="{3EDB138C-F686-4DAA-BA04-3FE2700A15EF}"/>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22" name="Practical focus">
            <a:extLst xmlns:a="http://schemas.openxmlformats.org/drawingml/2006/main">
              <a:ext uri="{FF2B5EF4-FFF2-40B4-BE49-F238E27FC236}">
                <a16:creationId xmlns:a16="http://schemas.microsoft.com/office/drawing/2014/main" id="{0685D23F-22B3-4573-968E-620405F46D16}"/>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23" name="The new joiner repeats the complete routine workflow using one ap">
            <a:extLst xmlns:a="http://schemas.openxmlformats.org/drawingml/2006/main">
              <a:ext uri="{FF2B5EF4-FFF2-40B4-BE49-F238E27FC236}">
                <a16:creationId xmlns:a16="http://schemas.microsoft.com/office/drawing/2014/main" id="{475181B8-5676-488E-997D-704D9F2B774B}"/>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The new joiner repeats the complete routine workflow using one approved training example.</a:t>
            </a:r>
          </a:p>
        </p:txBody>
      </p:sp>
    </p:spTree>
    <p:extLst>
      <p:ext uri="{BB962C8B-B14F-4D97-AF65-F5344CB8AC3E}">
        <p14:creationId xmlns:p14="http://schemas.microsoft.com/office/powerpoint/2010/main" val="130310833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ay 5  /  Practical KT &amp; Handover">
            <a:extLst xmlns:a="http://schemas.openxmlformats.org/drawingml/2006/main">
              <a:ext uri="{FF2B5EF4-FFF2-40B4-BE49-F238E27FC236}">
                <a16:creationId xmlns:a16="http://schemas.microsoft.com/office/drawing/2014/main" id="{EE2A20A0-28EC-48C3-882F-97C3D46833A0}"/>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4776C"/>
                </a:solidFill>
                <a:latin typeface="Lato"/>
                <a:ea typeface="Lato"/>
                <a:cs typeface="Lato"/>
              </a:defRPr>
            </a:defPPr>
          </a:lstStyle>
          <a:p xmlns:a="http://schemas.openxmlformats.org/drawingml/2006/main">
            <a:pPr algn="l">
              <a:defRPr sz="1275" b="1">
                <a:solidFill>
                  <a:srgbClr val="14776C"/>
                </a:solidFill>
                <a:latin typeface="Lato"/>
                <a:ea typeface="Lato"/>
                <a:cs typeface="Lato"/>
              </a:defRPr>
            </a:pPr>
            <a:r>
              <a:rPr sz="1275" b="1">
                <a:solidFill>
                  <a:srgbClr val="14776C"/>
                </a:solidFill>
                <a:latin typeface="Lato"/>
                <a:ea typeface="Lato"/>
                <a:cs typeface="Lato"/>
              </a:rPr>
              <a:t>Day 5  /  Practical KT &amp; Handover</a:t>
            </a:r>
          </a:p>
        </p:txBody>
      </p:sp>
      <p:sp>
        <p:nvSpPr>
          <p:cNvPr id="2" name="Routine responsibilities and common troubleshooting">
            <a:extLst xmlns:a="http://schemas.openxmlformats.org/drawingml/2006/main">
              <a:ext uri="{FF2B5EF4-FFF2-40B4-BE49-F238E27FC236}">
                <a16:creationId xmlns:a16="http://schemas.microsoft.com/office/drawing/2014/main" id="{E27C0939-FA0B-4236-ABD2-3F5E69812CC4}"/>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Routine responsibilities and common troubleshooting</a:t>
            </a:r>
          </a:p>
        </p:txBody>
      </p:sp>
      <p:sp>
        <p:nvSpPr>
          <p:cNvPr id="3" name="">
            <a:extLst xmlns:a="http://schemas.openxmlformats.org/drawingml/2006/main">
              <a:ext uri="{FF2B5EF4-FFF2-40B4-BE49-F238E27FC236}">
                <a16:creationId xmlns:a16="http://schemas.microsoft.com/office/drawing/2014/main" id="{4EC2F4E1-1FE8-4CA9-B0B9-8C10839FB8CB}"/>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64B4F5BD-8EE1-4BB0-BDE1-DB51DACC72E2}"/>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31">
            <a:extLst xmlns:a="http://schemas.openxmlformats.org/drawingml/2006/main">
              <a:ext uri="{FF2B5EF4-FFF2-40B4-BE49-F238E27FC236}">
                <a16:creationId xmlns:a16="http://schemas.microsoft.com/office/drawing/2014/main" id="{8AD126DC-681F-43A4-BF4B-B576A7F584DD}"/>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31</a:t>
            </a:r>
          </a:p>
        </p:txBody>
      </p:sp>
      <p:graphicFrame>
        <p:nvGraphicFramePr>
          <p:cNvPr id="6" name="">
            <a:extLst xmlns:a="http://schemas.openxmlformats.org/drawingml/2006/main">
              <a:ext uri="{FF2B5EF4-FFF2-40B4-BE49-F238E27FC236}">
                <a16:creationId xmlns:a16="http://schemas.microsoft.com/office/drawing/2014/main" id="{6112AF8A-DDBC-47AE-8B68-4D7E030C6448}"/>
              </a:ext>
            </a:extLst>
          </p:cNvPr>
          <p:cNvGraphicFramePr/>
          <p:nvPr/>
        </p:nvGraphicFramePr>
        <p:xfrm>
          <a:off xmlns:a="http://schemas.openxmlformats.org/drawingml/2006/main" x="609600" y="1724025"/>
          <a:ext xmlns:a="http://schemas.openxmlformats.org/drawingml/2006/main" cx="10972800" cy="3714750"/>
        </p:xfrm>
        <a:graphic xmlns:a="http://schemas.openxmlformats.org/drawingml/2006/main">
          <a:graphicData uri="http://schemas.openxmlformats.org/drawingml/2006/table">
            <a:tbl>
              <a:tblPr/>
              <a:tblGrid>
                <a:gridCol w="3143250"/>
                <a:gridCol w="3524250"/>
                <a:gridCol w="4305300"/>
              </a:tblGrid>
              <a:tr h="495300">
                <a:tc>
                  <a:txBody>
                    <a:bodyPr lIns="0" tIns="0" rIns="0" bIns="0">
                      <a:noAutofit/>
                    </a:bodyPr>
                    <a:lstStyle/>
                    <a:p>
                      <a:r>
                        <a:rPr sz="1725" b="1">
                          <a:solidFill>
                            <a:srgbClr val="FFFFFF"/>
                          </a:solidFill>
                          <a:latin typeface="Lato"/>
                          <a:ea typeface="Lato"/>
                          <a:cs typeface="Lato"/>
                        </a:rPr>
                        <a:t>Routine responsibility</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Common difficulty</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Useful next step</a:t>
                      </a:r>
                    </a:p>
                  </a:txBody>
                  <a:tcPr marL="91440" marR="91440" marT="45720" marB="45720" anchor="ctr">
                    <a:solidFill>
                      <a:srgbClr val="142D4E"/>
                    </a:solidFill>
                  </a:tcPr>
                </a:tc>
              </a:tr>
              <a:tr h="804863">
                <a:tc>
                  <a:txBody>
                    <a:bodyPr lIns="0" tIns="0" rIns="0" bIns="0">
                      <a:noAutofit/>
                    </a:bodyPr>
                    <a:lstStyle/>
                    <a:p>
                      <a:r>
                        <a:rPr sz="1800" b="0">
                          <a:solidFill>
                            <a:srgbClr val="21344B"/>
                          </a:solidFill>
                          <a:latin typeface="Lato"/>
                          <a:ea typeface="Lato"/>
                          <a:cs typeface="Lato"/>
                        </a:rPr>
                        <a:t>Maintain vendor inventory</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Identity or purpose remains unclear</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Corroborate documentation and ask the implementation owner.</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Maintain audit scenarios</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Consent state differs from the scenario</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Reset baseline and verify the action and saved state.</a:t>
                      </a:r>
                    </a:p>
                  </a:txBody>
                  <a:tcPr marL="91440" marR="91440" marT="45720" marB="45720" anchor="ctr">
                    <a:solidFill>
                      <a:srgbClr val="EFF4F8"/>
                    </a:solidFill>
                  </a:tcPr>
                </a:tc>
              </a:tr>
              <a:tr h="804863">
                <a:tc>
                  <a:txBody>
                    <a:bodyPr lIns="0" tIns="0" rIns="0" bIns="0">
                      <a:noAutofit/>
                    </a:bodyPr>
                    <a:lstStyle/>
                    <a:p>
                      <a:r>
                        <a:rPr sz="1800" b="0">
                          <a:solidFill>
                            <a:srgbClr val="21344B"/>
                          </a:solidFill>
                          <a:latin typeface="Lato"/>
                          <a:ea typeface="Lato"/>
                          <a:cs typeface="Lato"/>
                        </a:rPr>
                        <a:t>Review rules and results</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Missing tag, Not Applied, or ambiguous match</a:t>
                      </a:r>
                    </a:p>
                  </a:txBody>
                  <a:tcPr marL="91440" marR="91440" marT="45720" marB="45720" anchor="ctr">
                    <a:solidFill>
                      <a:srgbClr val="FFFFFF"/>
                    </a:solidFill>
                  </a:tcPr>
                </a:tc>
                <a:tc>
                  <a:txBody>
                    <a:bodyPr lIns="0" tIns="0" rIns="0" bIns="0">
                      <a:noAutofit/>
                    </a:bodyPr>
                    <a:lstStyle/>
                    <a:p>
                      <a:r>
                        <a:rPr sz="1800" b="0">
                          <a:solidFill>
                            <a:srgbClr val="21344B"/>
                          </a:solidFill>
                          <a:latin typeface="Lato"/>
                          <a:ea typeface="Lato"/>
                          <a:cs typeface="Lato"/>
                        </a:rPr>
                        <a:t>Check scope, trigger, timing, and detector controls.</a:t>
                      </a:r>
                    </a:p>
                  </a:txBody>
                  <a:tcPr marL="91440" marR="91440" marT="45720" marB="45720" anchor="ctr">
                    <a:solidFill>
                      <a:srgbClr val="FFFFFF"/>
                    </a:solidFill>
                  </a:tcPr>
                </a:tc>
              </a:tr>
              <a:tr h="804863">
                <a:tc>
                  <a:txBody>
                    <a:bodyPr lIns="0" tIns="0" rIns="0" bIns="0">
                      <a:noAutofit/>
                    </a:bodyPr>
                    <a:lstStyle/>
                    <a:p>
                      <a:r>
                        <a:rPr sz="1800" b="0">
                          <a:solidFill>
                            <a:srgbClr val="21344B"/>
                          </a:solidFill>
                          <a:latin typeface="Lato"/>
                          <a:ea typeface="Lato"/>
                          <a:cs typeface="Lato"/>
                        </a:rPr>
                        <a:t>Report and support remediation</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Issue lacks evidence or retest context</a:t>
                      </a:r>
                    </a:p>
                  </a:txBody>
                  <a:tcPr marL="91440" marR="91440" marT="45720" marB="45720" anchor="ctr">
                    <a:solidFill>
                      <a:srgbClr val="EFF4F8"/>
                    </a:solidFill>
                  </a:tcPr>
                </a:tc>
                <a:tc>
                  <a:txBody>
                    <a:bodyPr lIns="0" tIns="0" rIns="0" bIns="0">
                      <a:noAutofit/>
                    </a:bodyPr>
                    <a:lstStyle/>
                    <a:p>
                      <a:r>
                        <a:rPr sz="1800" b="0">
                          <a:solidFill>
                            <a:srgbClr val="21344B"/>
                          </a:solidFill>
                          <a:latin typeface="Lato"/>
                          <a:ea typeface="Lato"/>
                          <a:cs typeface="Lato"/>
                        </a:rPr>
                        <a:t>Complete reproduction details and repeat affected checks.</a:t>
                      </a:r>
                    </a:p>
                  </a:txBody>
                  <a:tcPr marL="91440" marR="91440" marT="45720" marB="45720" anchor="ctr">
                    <a:solidFill>
                      <a:srgbClr val="EFF4F8"/>
                    </a:solidFill>
                  </a:tcPr>
                </a:tc>
              </a:tr>
            </a:tbl>
          </a:graphicData>
        </a:graphic>
      </p:graphicFrame>
      <p:sp>
        <p:nvSpPr>
          <p:cNvPr id="7" name="">
            <a:extLst xmlns:a="http://schemas.openxmlformats.org/drawingml/2006/main">
              <a:ext uri="{FF2B5EF4-FFF2-40B4-BE49-F238E27FC236}">
                <a16:creationId xmlns:a16="http://schemas.microsoft.com/office/drawing/2014/main" id="{AEF19E6C-4991-41DE-B45C-0FE5054DC57B}"/>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8" name="Learning point">
            <a:extLst xmlns:a="http://schemas.openxmlformats.org/drawingml/2006/main">
              <a:ext uri="{FF2B5EF4-FFF2-40B4-BE49-F238E27FC236}">
                <a16:creationId xmlns:a16="http://schemas.microsoft.com/office/drawing/2014/main" id="{F55069A3-E718-48E3-83A2-1C48581B1D47}"/>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Learning point</a:t>
            </a:r>
          </a:p>
        </p:txBody>
      </p:sp>
      <p:sp>
        <p:nvSpPr>
          <p:cNvPr id="9" name="Agree the recurring review cadence, reporting template, and escal">
            <a:extLst xmlns:a="http://schemas.openxmlformats.org/drawingml/2006/main">
              <a:ext uri="{FF2B5EF4-FFF2-40B4-BE49-F238E27FC236}">
                <a16:creationId xmlns:a16="http://schemas.microsoft.com/office/drawing/2014/main" id="{E115EC1B-6659-42CC-9066-42B0A95C03F9}"/>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Agree the recurring review cadence, reporting template, and escalation contacts during handover.</a:t>
            </a:r>
          </a:p>
        </p:txBody>
      </p:sp>
    </p:spTree>
    <p:extLst>
      <p:ext uri="{BB962C8B-B14F-4D97-AF65-F5344CB8AC3E}">
        <p14:creationId xmlns:p14="http://schemas.microsoft.com/office/powerpoint/2010/main" val="199966301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 5  /  Practical KT &amp; Handover">
            <a:extLst xmlns:a="http://schemas.openxmlformats.org/drawingml/2006/main">
              <a:ext uri="{FF2B5EF4-FFF2-40B4-BE49-F238E27FC236}">
                <a16:creationId xmlns:a16="http://schemas.microsoft.com/office/drawing/2014/main" id="{3057C086-C01A-492A-A74D-60E407393806}"/>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4776C"/>
                </a:solidFill>
                <a:latin typeface="Lato"/>
                <a:ea typeface="Lato"/>
                <a:cs typeface="Lato"/>
              </a:defRPr>
            </a:defPPr>
          </a:lstStyle>
          <a:p xmlns:a="http://schemas.openxmlformats.org/drawingml/2006/main">
            <a:pPr algn="l">
              <a:defRPr sz="1275" b="1">
                <a:solidFill>
                  <a:srgbClr val="14776C"/>
                </a:solidFill>
                <a:latin typeface="Lato"/>
                <a:ea typeface="Lato"/>
                <a:cs typeface="Lato"/>
              </a:defRPr>
            </a:pPr>
            <a:r>
              <a:rPr sz="1275" b="1">
                <a:solidFill>
                  <a:srgbClr val="14776C"/>
                </a:solidFill>
                <a:latin typeface="Lato"/>
                <a:ea typeface="Lato"/>
                <a:cs typeface="Lato"/>
              </a:rPr>
              <a:t>Day 5  /  Practical KT &amp; Handover</a:t>
            </a:r>
          </a:p>
        </p:txBody>
      </p:sp>
      <p:sp>
        <p:nvSpPr>
          <p:cNvPr id="2" name="Practical exercise and reverse KT">
            <a:extLst xmlns:a="http://schemas.openxmlformats.org/drawingml/2006/main">
              <a:ext uri="{FF2B5EF4-FFF2-40B4-BE49-F238E27FC236}">
                <a16:creationId xmlns:a16="http://schemas.microsoft.com/office/drawing/2014/main" id="{BF49112A-68C6-4FFC-B54B-07253BF59042}"/>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Practical exercise and reverse KT</a:t>
            </a:r>
          </a:p>
        </p:txBody>
      </p:sp>
      <p:sp>
        <p:nvSpPr>
          <p:cNvPr id="3" name="">
            <a:extLst xmlns:a="http://schemas.openxmlformats.org/drawingml/2006/main">
              <a:ext uri="{FF2B5EF4-FFF2-40B4-BE49-F238E27FC236}">
                <a16:creationId xmlns:a16="http://schemas.microsoft.com/office/drawing/2014/main" id="{0A72F287-E008-4552-9133-1047959D6B27}"/>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89B9AC3C-4BCD-48A2-82D6-162DC8A3AD7A}"/>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32">
            <a:extLst xmlns:a="http://schemas.openxmlformats.org/drawingml/2006/main">
              <a:ext uri="{FF2B5EF4-FFF2-40B4-BE49-F238E27FC236}">
                <a16:creationId xmlns:a16="http://schemas.microsoft.com/office/drawing/2014/main" id="{ABCEC45A-2E88-4DC5-9C66-5E37220AA64F}"/>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32</a:t>
            </a:r>
          </a:p>
        </p:txBody>
      </p:sp>
      <p:sp>
        <p:nvSpPr>
          <p:cNvPr id="6" name="Learner demonstration">
            <a:extLst xmlns:a="http://schemas.openxmlformats.org/drawingml/2006/main">
              <a:ext uri="{FF2B5EF4-FFF2-40B4-BE49-F238E27FC236}">
                <a16:creationId xmlns:a16="http://schemas.microsoft.com/office/drawing/2014/main" id="{7CA121AD-24F4-440D-B501-8900DA9A725F}"/>
              </a:ext>
            </a:extLst>
          </p:cNvPr>
          <p:cNvSpPr>
            <a:spLocks xmlns:a="http://schemas.openxmlformats.org/drawingml/2006/main" noGrp="1"/>
          </p:cNvSpPr>
          <p:nvPr/>
        </p:nvSpPr>
        <p:spPr>
          <a:xfrm xmlns:a="http://schemas.openxmlformats.org/drawingml/2006/main">
            <a:off x="609600" y="17145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Learner demonstration</a:t>
            </a:r>
          </a:p>
        </p:txBody>
      </p:sp>
      <p:sp>
        <p:nvSpPr>
          <p:cNvPr id="7" name="">
            <a:extLst xmlns:a="http://schemas.openxmlformats.org/drawingml/2006/main">
              <a:ext uri="{FF2B5EF4-FFF2-40B4-BE49-F238E27FC236}">
                <a16:creationId xmlns:a16="http://schemas.microsoft.com/office/drawing/2014/main" id="{0250BE10-185C-4383-B8F0-C54F5DC272FC}"/>
              </a:ext>
            </a:extLst>
          </p:cNvPr>
          <p:cNvSpPr>
            <a:spLocks xmlns:a="http://schemas.openxmlformats.org/drawingml/2006/main" noGrp="1"/>
          </p:cNvSpPr>
          <p:nvPr/>
        </p:nvSpPr>
        <p:spPr>
          <a:xfrm xmlns:a="http://schemas.openxmlformats.org/drawingml/2006/main">
            <a:off x="609600" y="2266950"/>
            <a:ext cx="5095875"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Explain the approved scenario expectations</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Trace vendor scripts, requests, and storage</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Configure a pilot and presence/absence checks</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Interpret results and update the records</a:t>
            </a:r>
          </a:p>
        </p:txBody>
      </p:sp>
      <p:sp>
        <p:nvSpPr>
          <p:cNvPr id="8" name="">
            <a:extLst xmlns:a="http://schemas.openxmlformats.org/drawingml/2006/main">
              <a:ext uri="{FF2B5EF4-FFF2-40B4-BE49-F238E27FC236}">
                <a16:creationId xmlns:a16="http://schemas.microsoft.com/office/drawing/2014/main" id="{8A15FF0F-9BE5-4018-AE80-77B5BEF0F333}"/>
              </a:ext>
            </a:extLst>
          </p:cNvPr>
          <p:cNvSpPr>
            <a:spLocks xmlns:a="http://schemas.openxmlformats.org/drawingml/2006/main" noGrp="1"/>
          </p:cNvSpPr>
          <p:nvPr/>
        </p:nvSpPr>
        <p:spPr>
          <a:xfrm xmlns:a="http://schemas.openxmlformats.org/drawingml/2006/main">
            <a:off x="6105525" y="1771650"/>
            <a:ext cx="0" cy="337185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9" name="Trainer assessment">
            <a:extLst xmlns:a="http://schemas.openxmlformats.org/drawingml/2006/main">
              <a:ext uri="{FF2B5EF4-FFF2-40B4-BE49-F238E27FC236}">
                <a16:creationId xmlns:a16="http://schemas.microsoft.com/office/drawing/2014/main" id="{B1229105-63E0-4237-AD16-F9CCDF1B4036}"/>
              </a:ext>
            </a:extLst>
          </p:cNvPr>
          <p:cNvSpPr>
            <a:spLocks xmlns:a="http://schemas.openxmlformats.org/drawingml/2006/main" noGrp="1"/>
          </p:cNvSpPr>
          <p:nvPr/>
        </p:nvSpPr>
        <p:spPr>
          <a:xfrm xmlns:a="http://schemas.openxmlformats.org/drawingml/2006/main">
            <a:off x="6572250" y="1714500"/>
            <a:ext cx="5010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Trainer assessment</a:t>
            </a:r>
          </a:p>
        </p:txBody>
      </p:sp>
      <p:sp>
        <p:nvSpPr>
          <p:cNvPr id="10" name="">
            <a:extLst xmlns:a="http://schemas.openxmlformats.org/drawingml/2006/main">
              <a:ext uri="{FF2B5EF4-FFF2-40B4-BE49-F238E27FC236}">
                <a16:creationId xmlns:a16="http://schemas.microsoft.com/office/drawing/2014/main" id="{13D483EB-B13B-4674-B4D1-A841F59E959E}"/>
              </a:ext>
            </a:extLst>
          </p:cNvPr>
          <p:cNvSpPr>
            <a:spLocks xmlns:a="http://schemas.openxmlformats.org/drawingml/2006/main" noGrp="1"/>
          </p:cNvSpPr>
          <p:nvPr/>
        </p:nvSpPr>
        <p:spPr>
          <a:xfrm xmlns:a="http://schemas.openxmlformats.org/drawingml/2006/main">
            <a:off x="6572250" y="2266950"/>
            <a:ext cx="5010150" cy="3238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Can the steps be reproduced independently?</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Does the evidence support the explanation?</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Are gaps and escalation needs clear?</a:t>
            </a:r>
          </a:p>
          <a:p xmlns:a="http://schemas.openxmlformats.org/drawingml/2006/main">
            <a:pPr marL="203200" indent="-101600" algn="l">
              <a:spcAft>
                <a:spcPts val="1000"/>
              </a:spcAft>
              <a:buChar char="•"/>
              <a:defRPr sz="1875" b="0">
                <a:solidFill>
                  <a:srgbClr val="21344B"/>
                </a:solidFill>
                <a:latin typeface="Lato"/>
                <a:ea typeface="Lato"/>
                <a:cs typeface="Lato"/>
              </a:defRPr>
            </a:pPr>
            <a:r>
              <a:rPr sz="1875" b="0">
                <a:solidFill>
                  <a:srgbClr val="21344B"/>
                </a:solidFill>
                <a:latin typeface="Lato"/>
                <a:ea typeface="Lato"/>
                <a:cs typeface="Lato"/>
              </a:rPr>
              <a:t>Can the learner explain the workflow in reverse KT?</a:t>
            </a:r>
          </a:p>
        </p:txBody>
      </p:sp>
      <p:sp>
        <p:nvSpPr>
          <p:cNvPr id="11" name="">
            <a:extLst xmlns:a="http://schemas.openxmlformats.org/drawingml/2006/main">
              <a:ext uri="{FF2B5EF4-FFF2-40B4-BE49-F238E27FC236}">
                <a16:creationId xmlns:a16="http://schemas.microsoft.com/office/drawing/2014/main" id="{F2C4955E-E43B-48E9-AFDA-90520D89E82B}"/>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12" name="Practical focus">
            <a:extLst xmlns:a="http://schemas.openxmlformats.org/drawingml/2006/main">
              <a:ext uri="{FF2B5EF4-FFF2-40B4-BE49-F238E27FC236}">
                <a16:creationId xmlns:a16="http://schemas.microsoft.com/office/drawing/2014/main" id="{94D66786-7EE5-46EA-B5EA-4F9E5D4E8803}"/>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Practical focus</a:t>
            </a:r>
          </a:p>
        </p:txBody>
      </p:sp>
      <p:sp>
        <p:nvSpPr>
          <p:cNvPr id="13" name="Use the workbook Remarks field to record support needed and agree">
            <a:extLst xmlns:a="http://schemas.openxmlformats.org/drawingml/2006/main">
              <a:ext uri="{FF2B5EF4-FFF2-40B4-BE49-F238E27FC236}">
                <a16:creationId xmlns:a16="http://schemas.microsoft.com/office/drawing/2014/main" id="{6F0D431C-9763-4D91-9D36-EDE3FE07AE3D}"/>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Use the workbook Remarks field to record support needed and agreed follow-up actions.</a:t>
            </a:r>
          </a:p>
        </p:txBody>
      </p:sp>
    </p:spTree>
    <p:extLst>
      <p:ext uri="{BB962C8B-B14F-4D97-AF65-F5344CB8AC3E}">
        <p14:creationId xmlns:p14="http://schemas.microsoft.com/office/powerpoint/2010/main" val="153211232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Day 5  /  Practical KT &amp; Handover">
            <a:extLst xmlns:a="http://schemas.openxmlformats.org/drawingml/2006/main">
              <a:ext uri="{FF2B5EF4-FFF2-40B4-BE49-F238E27FC236}">
                <a16:creationId xmlns:a16="http://schemas.microsoft.com/office/drawing/2014/main" id="{D2682339-D0DA-4506-A882-C0DEB89566E9}"/>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14776C"/>
                </a:solidFill>
                <a:latin typeface="Lato"/>
                <a:ea typeface="Lato"/>
                <a:cs typeface="Lato"/>
              </a:defRPr>
            </a:defPPr>
          </a:lstStyle>
          <a:p xmlns:a="http://schemas.openxmlformats.org/drawingml/2006/main">
            <a:pPr algn="l">
              <a:defRPr sz="1275" b="1">
                <a:solidFill>
                  <a:srgbClr val="14776C"/>
                </a:solidFill>
                <a:latin typeface="Lato"/>
                <a:ea typeface="Lato"/>
                <a:cs typeface="Lato"/>
              </a:defRPr>
            </a:pPr>
            <a:r>
              <a:rPr sz="1275" b="1">
                <a:solidFill>
                  <a:srgbClr val="14776C"/>
                </a:solidFill>
                <a:latin typeface="Lato"/>
                <a:ea typeface="Lato"/>
                <a:cs typeface="Lato"/>
              </a:rPr>
              <a:t>Day 5  /  Practical KT &amp; Handover</a:t>
            </a:r>
          </a:p>
        </p:txBody>
      </p:sp>
      <p:sp>
        <p:nvSpPr>
          <p:cNvPr id="2" name="Day 5 practical session and learning check">
            <a:extLst xmlns:a="http://schemas.openxmlformats.org/drawingml/2006/main">
              <a:ext uri="{FF2B5EF4-FFF2-40B4-BE49-F238E27FC236}">
                <a16:creationId xmlns:a16="http://schemas.microsoft.com/office/drawing/2014/main" id="{8482C8B0-E6D7-413F-ADE8-7F530ADABB33}"/>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Day 5 practical session and learning check</a:t>
            </a:r>
          </a:p>
        </p:txBody>
      </p:sp>
      <p:sp>
        <p:nvSpPr>
          <p:cNvPr id="3" name="">
            <a:extLst xmlns:a="http://schemas.openxmlformats.org/drawingml/2006/main">
              <a:ext uri="{FF2B5EF4-FFF2-40B4-BE49-F238E27FC236}">
                <a16:creationId xmlns:a16="http://schemas.microsoft.com/office/drawing/2014/main" id="{4870741F-7274-449B-877E-040CD967825C}"/>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099122B2-3F66-4A3B-80E8-50BB8285579A}"/>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33">
            <a:extLst xmlns:a="http://schemas.openxmlformats.org/drawingml/2006/main">
              <a:ext uri="{FF2B5EF4-FFF2-40B4-BE49-F238E27FC236}">
                <a16:creationId xmlns:a16="http://schemas.microsoft.com/office/drawing/2014/main" id="{BBDF5B7C-A38E-4CFE-848F-117429B48096}"/>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33</a:t>
            </a:r>
          </a:p>
        </p:txBody>
      </p:sp>
      <p:graphicFrame>
        <p:nvGraphicFramePr>
          <p:cNvPr id="6" name="">
            <a:extLst xmlns:a="http://schemas.openxmlformats.org/drawingml/2006/main">
              <a:ext uri="{FF2B5EF4-FFF2-40B4-BE49-F238E27FC236}">
                <a16:creationId xmlns:a16="http://schemas.microsoft.com/office/drawing/2014/main" id="{3C089F15-8168-47F9-AB30-E6FF25412F99}"/>
              </a:ext>
            </a:extLst>
          </p:cNvPr>
          <p:cNvGraphicFramePr/>
          <p:nvPr/>
        </p:nvGraphicFramePr>
        <p:xfrm>
          <a:off xmlns:a="http://schemas.openxmlformats.org/drawingml/2006/main" x="609600" y="1724025"/>
          <a:ext xmlns:a="http://schemas.openxmlformats.org/drawingml/2006/main" cx="5238750" cy="3619500"/>
        </p:xfrm>
        <a:graphic xmlns:a="http://schemas.openxmlformats.org/drawingml/2006/main">
          <a:graphicData uri="http://schemas.openxmlformats.org/drawingml/2006/table">
            <a:tbl>
              <a:tblPr/>
              <a:tblGrid>
                <a:gridCol w="4095750"/>
                <a:gridCol w="1143000"/>
              </a:tblGrid>
              <a:tr h="457200">
                <a:tc>
                  <a:txBody>
                    <a:bodyPr lIns="0" tIns="0" rIns="0" bIns="0">
                      <a:noAutofit/>
                    </a:bodyPr>
                    <a:lstStyle/>
                    <a:p>
                      <a:r>
                        <a:rPr sz="1725" b="1">
                          <a:solidFill>
                            <a:srgbClr val="FFFFFF"/>
                          </a:solidFill>
                          <a:latin typeface="Lato"/>
                          <a:ea typeface="Lato"/>
                          <a:cs typeface="Lato"/>
                        </a:rPr>
                        <a:t>Planned session</a:t>
                      </a:r>
                    </a:p>
                  </a:txBody>
                  <a:tcPr marL="91440" marR="91440" marT="45720" marB="45720" anchor="ctr">
                    <a:solidFill>
                      <a:srgbClr val="142D4E"/>
                    </a:solidFill>
                  </a:tcPr>
                </a:tc>
                <a:tc>
                  <a:txBody>
                    <a:bodyPr lIns="0" tIns="0" rIns="0" bIns="0">
                      <a:noAutofit/>
                    </a:bodyPr>
                    <a:lstStyle/>
                    <a:p>
                      <a:r>
                        <a:rPr sz="1725" b="1">
                          <a:solidFill>
                            <a:srgbClr val="FFFFFF"/>
                          </a:solidFill>
                          <a:latin typeface="Lato"/>
                          <a:ea typeface="Lato"/>
                          <a:cs typeface="Lato"/>
                        </a:rPr>
                        <a:t>Minutes</a:t>
                      </a:r>
                    </a:p>
                  </a:txBody>
                  <a:tcPr marL="91440" marR="91440" marT="45720" marB="45720" anchor="ctr">
                    <a:solidFill>
                      <a:srgbClr val="142D4E"/>
                    </a:solidFill>
                  </a:tcPr>
                </a:tc>
              </a:tr>
              <a:tr h="632460">
                <a:tc>
                  <a:txBody>
                    <a:bodyPr lIns="0" tIns="0" rIns="0" bIns="0">
                      <a:noAutofit/>
                    </a:bodyPr>
                    <a:lstStyle/>
                    <a:p>
                      <a:r>
                        <a:rPr sz="1725" b="0">
                          <a:solidFill>
                            <a:srgbClr val="21344B"/>
                          </a:solidFill>
                          <a:latin typeface="Lato"/>
                          <a:ea typeface="Lato"/>
                          <a:cs typeface="Lato"/>
                        </a:rPr>
                        <a:t>End-to-end trainer walkthrough</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30</a:t>
                      </a:r>
                    </a:p>
                  </a:txBody>
                  <a:tcPr marL="91440" marR="91440" marT="45720" marB="45720" anchor="ctr">
                    <a:solidFill>
                      <a:srgbClr val="FFFFFF"/>
                    </a:solidFill>
                  </a:tcPr>
                </a:tc>
              </a:tr>
              <a:tr h="632460">
                <a:tc>
                  <a:txBody>
                    <a:bodyPr lIns="0" tIns="0" rIns="0" bIns="0">
                      <a:noAutofit/>
                    </a:bodyPr>
                    <a:lstStyle/>
                    <a:p>
                      <a:r>
                        <a:rPr sz="1725" b="0">
                          <a:solidFill>
                            <a:srgbClr val="21344B"/>
                          </a:solidFill>
                          <a:latin typeface="Lato"/>
                          <a:ea typeface="Lato"/>
                          <a:cs typeface="Lato"/>
                        </a:rPr>
                        <a:t>Vendor investigation and documentation exercise</a:t>
                      </a:r>
                    </a:p>
                  </a:txBody>
                  <a:tcPr marL="91440" marR="91440" marT="45720" marB="45720" anchor="ctr">
                    <a:solidFill>
                      <a:srgbClr val="EFF4F8"/>
                    </a:solidFill>
                  </a:tcPr>
                </a:tc>
                <a:tc>
                  <a:txBody>
                    <a:bodyPr lIns="0" tIns="0" rIns="0" bIns="0">
                      <a:noAutofit/>
                    </a:bodyPr>
                    <a:lstStyle/>
                    <a:p>
                      <a:r>
                        <a:rPr sz="1725" b="0">
                          <a:solidFill>
                            <a:srgbClr val="21344B"/>
                          </a:solidFill>
                          <a:latin typeface="Lato"/>
                          <a:ea typeface="Lato"/>
                          <a:cs typeface="Lato"/>
                        </a:rPr>
                        <a:t>60</a:t>
                      </a:r>
                    </a:p>
                  </a:txBody>
                  <a:tcPr marL="91440" marR="91440" marT="45720" marB="45720" anchor="ctr">
                    <a:solidFill>
                      <a:srgbClr val="EFF4F8"/>
                    </a:solidFill>
                  </a:tcPr>
                </a:tc>
              </a:tr>
              <a:tr h="632460">
                <a:tc>
                  <a:txBody>
                    <a:bodyPr lIns="0" tIns="0" rIns="0" bIns="0">
                      <a:noAutofit/>
                    </a:bodyPr>
                    <a:lstStyle/>
                    <a:p>
                      <a:r>
                        <a:rPr sz="1725" b="0">
                          <a:solidFill>
                            <a:srgbClr val="21344B"/>
                          </a:solidFill>
                          <a:latin typeface="Lato"/>
                          <a:ea typeface="Lato"/>
                          <a:cs typeface="Lato"/>
                        </a:rPr>
                        <a:t>ObservePoint execution and validation exercise</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60</a:t>
                      </a:r>
                    </a:p>
                  </a:txBody>
                  <a:tcPr marL="91440" marR="91440" marT="45720" marB="45720" anchor="ctr">
                    <a:solidFill>
                      <a:srgbClr val="FFFFFF"/>
                    </a:solidFill>
                  </a:tcPr>
                </a:tc>
              </a:tr>
              <a:tr h="632460">
                <a:tc>
                  <a:txBody>
                    <a:bodyPr lIns="0" tIns="0" rIns="0" bIns="0">
                      <a:noAutofit/>
                    </a:bodyPr>
                    <a:lstStyle/>
                    <a:p>
                      <a:r>
                        <a:rPr sz="1725" b="0">
                          <a:solidFill>
                            <a:srgbClr val="21344B"/>
                          </a:solidFill>
                          <a:latin typeface="Lato"/>
                          <a:ea typeface="Lato"/>
                          <a:cs typeface="Lato"/>
                        </a:rPr>
                        <a:t>Reverse KT and troubleshooting</a:t>
                      </a:r>
                    </a:p>
                  </a:txBody>
                  <a:tcPr marL="91440" marR="91440" marT="45720" marB="45720" anchor="ctr">
                    <a:solidFill>
                      <a:srgbClr val="EFF4F8"/>
                    </a:solidFill>
                  </a:tcPr>
                </a:tc>
                <a:tc>
                  <a:txBody>
                    <a:bodyPr lIns="0" tIns="0" rIns="0" bIns="0">
                      <a:noAutofit/>
                    </a:bodyPr>
                    <a:lstStyle/>
                    <a:p>
                      <a:r>
                        <a:rPr sz="1725" b="0">
                          <a:solidFill>
                            <a:srgbClr val="21344B"/>
                          </a:solidFill>
                          <a:latin typeface="Lato"/>
                          <a:ea typeface="Lato"/>
                          <a:cs typeface="Lato"/>
                        </a:rPr>
                        <a:t>60</a:t>
                      </a:r>
                    </a:p>
                  </a:txBody>
                  <a:tcPr marL="91440" marR="91440" marT="45720" marB="45720" anchor="ctr">
                    <a:solidFill>
                      <a:srgbClr val="EFF4F8"/>
                    </a:solidFill>
                  </a:tcPr>
                </a:tc>
              </a:tr>
              <a:tr h="632460">
                <a:tc>
                  <a:txBody>
                    <a:bodyPr lIns="0" tIns="0" rIns="0" bIns="0">
                      <a:noAutofit/>
                    </a:bodyPr>
                    <a:lstStyle/>
                    <a:p>
                      <a:r>
                        <a:rPr sz="1725" b="0">
                          <a:solidFill>
                            <a:srgbClr val="21344B"/>
                          </a:solidFill>
                          <a:latin typeface="Lato"/>
                          <a:ea typeface="Lato"/>
                          <a:cs typeface="Lato"/>
                        </a:rPr>
                        <a:t>Q&amp;A and handover</a:t>
                      </a:r>
                    </a:p>
                  </a:txBody>
                  <a:tcPr marL="91440" marR="91440" marT="45720" marB="45720" anchor="ctr">
                    <a:solidFill>
                      <a:srgbClr val="FFFFFF"/>
                    </a:solidFill>
                  </a:tcPr>
                </a:tc>
                <a:tc>
                  <a:txBody>
                    <a:bodyPr lIns="0" tIns="0" rIns="0" bIns="0">
                      <a:noAutofit/>
                    </a:bodyPr>
                    <a:lstStyle/>
                    <a:p>
                      <a:r>
                        <a:rPr sz="1725" b="0">
                          <a:solidFill>
                            <a:srgbClr val="21344B"/>
                          </a:solidFill>
                          <a:latin typeface="Lato"/>
                          <a:ea typeface="Lato"/>
                          <a:cs typeface="Lato"/>
                        </a:rPr>
                        <a:t>30</a:t>
                      </a:r>
                    </a:p>
                  </a:txBody>
                  <a:tcPr marL="91440" marR="91440" marT="45720" marB="45720" anchor="ctr">
                    <a:solidFill>
                      <a:srgbClr val="FFFFFF"/>
                    </a:solidFill>
                  </a:tcPr>
                </a:tc>
              </a:tr>
            </a:tbl>
          </a:graphicData>
        </a:graphic>
      </p:graphicFrame>
      <p:sp>
        <p:nvSpPr>
          <p:cNvPr id="7" name="Walkthrough and learner output">
            <a:extLst xmlns:a="http://schemas.openxmlformats.org/drawingml/2006/main">
              <a:ext uri="{FF2B5EF4-FFF2-40B4-BE49-F238E27FC236}">
                <a16:creationId xmlns:a16="http://schemas.microsoft.com/office/drawing/2014/main" id="{D336A685-9541-4302-8C23-A2DAF3868D9A}"/>
              </a:ext>
            </a:extLst>
          </p:cNvPr>
          <p:cNvSpPr>
            <a:spLocks xmlns:a="http://schemas.openxmlformats.org/drawingml/2006/main" noGrp="1"/>
          </p:cNvSpPr>
          <p:nvPr/>
        </p:nvSpPr>
        <p:spPr>
          <a:xfrm xmlns:a="http://schemas.openxmlformats.org/drawingml/2006/main">
            <a:off x="6334125" y="172402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Walkthrough and learner output</a:t>
            </a:r>
          </a:p>
        </p:txBody>
      </p:sp>
      <p:sp>
        <p:nvSpPr>
          <p:cNvPr id="8" name="New joiner performs an end-to-end training exercise, presents rev">
            <a:extLst xmlns:a="http://schemas.openxmlformats.org/drawingml/2006/main">
              <a:ext uri="{FF2B5EF4-FFF2-40B4-BE49-F238E27FC236}">
                <a16:creationId xmlns:a16="http://schemas.microsoft.com/office/drawing/2014/main" id="{CC8C4797-6698-40F8-ADFA-A28358092D9D}"/>
              </a:ext>
            </a:extLst>
          </p:cNvPr>
          <p:cNvSpPr>
            <a:spLocks xmlns:a="http://schemas.openxmlformats.org/drawingml/2006/main" noGrp="1"/>
          </p:cNvSpPr>
          <p:nvPr/>
        </p:nvSpPr>
        <p:spPr>
          <a:xfrm xmlns:a="http://schemas.openxmlformats.org/drawingml/2006/main">
            <a:off x="6334125" y="2295525"/>
            <a:ext cx="5238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algn="l">
              <a:defRPr sz="1875" b="0">
                <a:solidFill>
                  <a:srgbClr val="21344B"/>
                </a:solidFill>
                <a:latin typeface="Lato"/>
                <a:ea typeface="Lato"/>
                <a:cs typeface="Lato"/>
              </a:defRPr>
            </a:pPr>
            <a:r>
              <a:rPr sz="1875" b="0">
                <a:solidFill>
                  <a:srgbClr val="21344B"/>
                </a:solidFill>
                <a:latin typeface="Lato"/>
                <a:ea typeface="Lato"/>
                <a:cs typeface="Lato"/>
              </a:rPr>
              <a:t>New joiner performs an end-to-end training exercise, presents reverse KT, updates the vendor inventory and issue record, and completes Q&amp;A and handover.</a:t>
            </a:r>
          </a:p>
        </p:txBody>
      </p:sp>
      <p:sp>
        <p:nvSpPr>
          <p:cNvPr id="9" name="Learning check">
            <a:extLst xmlns:a="http://schemas.openxmlformats.org/drawingml/2006/main">
              <a:ext uri="{FF2B5EF4-FFF2-40B4-BE49-F238E27FC236}">
                <a16:creationId xmlns:a16="http://schemas.microsoft.com/office/drawing/2014/main" id="{52930048-E247-49F7-A25A-DA775D8B505A}"/>
              </a:ext>
            </a:extLst>
          </p:cNvPr>
          <p:cNvSpPr>
            <a:spLocks xmlns:a="http://schemas.openxmlformats.org/drawingml/2006/main" noGrp="1"/>
          </p:cNvSpPr>
          <p:nvPr/>
        </p:nvSpPr>
        <p:spPr>
          <a:xfrm xmlns:a="http://schemas.openxmlformats.org/drawingml/2006/main">
            <a:off x="6334125" y="39243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D4E"/>
                </a:solidFill>
                <a:latin typeface="Lato"/>
                <a:ea typeface="Lato"/>
                <a:cs typeface="Lato"/>
              </a:defRPr>
            </a:defPPr>
          </a:lstStyle>
          <a:p xmlns:a="http://schemas.openxmlformats.org/drawingml/2006/main">
            <a:pPr algn="l">
              <a:defRPr sz="1950" b="1">
                <a:solidFill>
                  <a:srgbClr val="142D4E"/>
                </a:solidFill>
                <a:latin typeface="Lato"/>
                <a:ea typeface="Lato"/>
                <a:cs typeface="Lato"/>
              </a:defRPr>
            </a:pPr>
            <a:r>
              <a:rPr sz="1950" b="1">
                <a:solidFill>
                  <a:srgbClr val="142D4E"/>
                </a:solidFill>
                <a:latin typeface="Lato"/>
                <a:ea typeface="Lato"/>
                <a:cs typeface="Lato"/>
              </a:rPr>
              <a:t>Learning check</a:t>
            </a:r>
          </a:p>
        </p:txBody>
      </p:sp>
      <p:sp>
        <p:nvSpPr>
          <p:cNvPr id="10" name="Demonstrate routine investigation and audit validation, explain l">
            <a:extLst xmlns:a="http://schemas.openxmlformats.org/drawingml/2006/main">
              <a:ext uri="{FF2B5EF4-FFF2-40B4-BE49-F238E27FC236}">
                <a16:creationId xmlns:a16="http://schemas.microsoft.com/office/drawing/2014/main" id="{B24B80EC-519C-47D6-8522-5572C072C013}"/>
              </a:ext>
            </a:extLst>
          </p:cNvPr>
          <p:cNvSpPr>
            <a:spLocks xmlns:a="http://schemas.openxmlformats.org/drawingml/2006/main" noGrp="1"/>
          </p:cNvSpPr>
          <p:nvPr/>
        </p:nvSpPr>
        <p:spPr>
          <a:xfrm xmlns:a="http://schemas.openxmlformats.org/drawingml/2006/main">
            <a:off x="6334125" y="4381500"/>
            <a:ext cx="5238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1344B"/>
                </a:solidFill>
                <a:latin typeface="Lato"/>
                <a:ea typeface="Lato"/>
                <a:cs typeface="Lato"/>
              </a:defRPr>
            </a:defPPr>
          </a:lstStyle>
          <a:p xmlns:a="http://schemas.openxmlformats.org/drawingml/2006/main">
            <a:pPr algn="l">
              <a:defRPr sz="1875" b="0">
                <a:solidFill>
                  <a:srgbClr val="21344B"/>
                </a:solidFill>
                <a:latin typeface="Lato"/>
                <a:ea typeface="Lato"/>
                <a:cs typeface="Lato"/>
              </a:defRPr>
            </a:pPr>
            <a:r>
              <a:rPr sz="1875" b="0">
                <a:solidFill>
                  <a:srgbClr val="21344B"/>
                </a:solidFill>
                <a:latin typeface="Lato"/>
                <a:ea typeface="Lato"/>
                <a:cs typeface="Lato"/>
              </a:rPr>
              <a:t>Demonstrate routine investigation and audit validation, explain limitations, and identify when to escalate.</a:t>
            </a:r>
          </a:p>
        </p:txBody>
      </p:sp>
      <p:sp>
        <p:nvSpPr>
          <p:cNvPr id="11" name="">
            <a:extLst xmlns:a="http://schemas.openxmlformats.org/drawingml/2006/main">
              <a:ext uri="{FF2B5EF4-FFF2-40B4-BE49-F238E27FC236}">
                <a16:creationId xmlns:a16="http://schemas.microsoft.com/office/drawing/2014/main" id="{7C230629-6B66-4AF2-8EB0-BB177DB715E9}"/>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12" name="Expected outcome">
            <a:extLst xmlns:a="http://schemas.openxmlformats.org/drawingml/2006/main">
              <a:ext uri="{FF2B5EF4-FFF2-40B4-BE49-F238E27FC236}">
                <a16:creationId xmlns:a16="http://schemas.microsoft.com/office/drawing/2014/main" id="{A7521BEE-A3AC-4936-BBC3-3E061F235A6E}"/>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Expected outcome</a:t>
            </a:r>
          </a:p>
        </p:txBody>
      </p:sp>
      <p:sp>
        <p:nvSpPr>
          <p:cNvPr id="13" name="Gain the practical understanding needed to independently perform ">
            <a:extLst xmlns:a="http://schemas.openxmlformats.org/drawingml/2006/main">
              <a:ext uri="{FF2B5EF4-FFF2-40B4-BE49-F238E27FC236}">
                <a16:creationId xmlns:a16="http://schemas.microsoft.com/office/drawing/2014/main" id="{3BD2B35D-9BE5-47A4-A147-4E6CFD1AF1D4}"/>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Gain the practical understanding needed to independently perform routine vendor investigation and ObservePoint audit validation activities.</a:t>
            </a:r>
          </a:p>
        </p:txBody>
      </p:sp>
    </p:spTree>
    <p:extLst>
      <p:ext uri="{BB962C8B-B14F-4D97-AF65-F5344CB8AC3E}">
        <p14:creationId xmlns:p14="http://schemas.microsoft.com/office/powerpoint/2010/main" val="1606130918"/>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Knowledge Transfer">
            <a:extLst xmlns:a="http://schemas.openxmlformats.org/drawingml/2006/main">
              <a:ext uri="{FF2B5EF4-FFF2-40B4-BE49-F238E27FC236}">
                <a16:creationId xmlns:a16="http://schemas.microsoft.com/office/drawing/2014/main" id="{0DCD3172-74FB-4F6E-9F78-5CF85DF28222}"/>
              </a:ext>
            </a:extLst>
          </p:cNvPr>
          <p:cNvSpPr>
            <a:spLocks xmlns:a="http://schemas.openxmlformats.org/drawingml/2006/main" noGrp="1"/>
          </p:cNvSpPr>
          <p:nvPr/>
        </p:nvSpPr>
        <p:spPr>
          <a:xfrm xmlns:a="http://schemas.openxmlformats.org/drawingml/2006/main">
            <a:off x="609600" y="2667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1">
                <a:solidFill>
                  <a:srgbClr val="006FB9"/>
                </a:solidFill>
                <a:latin typeface="Lato"/>
                <a:ea typeface="Lato"/>
                <a:cs typeface="Lato"/>
              </a:defRPr>
            </a:defPPr>
          </a:lstStyle>
          <a:p xmlns:a="http://schemas.openxmlformats.org/drawingml/2006/main">
            <a:pPr algn="l">
              <a:defRPr sz="1275" b="1">
                <a:solidFill>
                  <a:srgbClr val="006FB9"/>
                </a:solidFill>
                <a:latin typeface="Lato"/>
                <a:ea typeface="Lato"/>
                <a:cs typeface="Lato"/>
              </a:defRPr>
            </a:pPr>
            <a:r>
              <a:rPr sz="1275" b="1">
                <a:solidFill>
                  <a:srgbClr val="006FB9"/>
                </a:solidFill>
                <a:latin typeface="Lato"/>
                <a:ea typeface="Lato"/>
                <a:cs typeface="Lato"/>
              </a:rPr>
              <a:t>Knowledge Transfer</a:t>
            </a:r>
          </a:p>
        </p:txBody>
      </p:sp>
      <p:sp>
        <p:nvSpPr>
          <p:cNvPr id="2" name="Handover responsibilities and expected KT outcomes">
            <a:extLst xmlns:a="http://schemas.openxmlformats.org/drawingml/2006/main">
              <a:ext uri="{FF2B5EF4-FFF2-40B4-BE49-F238E27FC236}">
                <a16:creationId xmlns:a16="http://schemas.microsoft.com/office/drawing/2014/main" id="{E12B90C5-7ED5-4D76-BA67-3C19942ED1B8}"/>
              </a:ext>
            </a:extLst>
          </p:cNvPr>
          <p:cNvSpPr>
            <a:spLocks xmlns:a="http://schemas.openxmlformats.org/drawingml/2006/main" noGrp="1"/>
          </p:cNvSpPr>
          <p:nvPr/>
        </p:nvSpPr>
        <p:spPr>
          <a:xfrm xmlns:a="http://schemas.openxmlformats.org/drawingml/2006/main">
            <a:off x="609600" y="628650"/>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42D4E"/>
                </a:solidFill>
                <a:latin typeface="Lato"/>
                <a:ea typeface="Lato"/>
                <a:cs typeface="Lato"/>
              </a:defRPr>
            </a:defPPr>
          </a:lstStyle>
          <a:p xmlns:a="http://schemas.openxmlformats.org/drawingml/2006/main">
            <a:pPr algn="l">
              <a:defRPr sz="3225" b="1">
                <a:solidFill>
                  <a:srgbClr val="142D4E"/>
                </a:solidFill>
                <a:latin typeface="Lato"/>
                <a:ea typeface="Lato"/>
                <a:cs typeface="Lato"/>
              </a:defRPr>
            </a:pPr>
            <a:r>
              <a:rPr sz="3225" b="1">
                <a:solidFill>
                  <a:srgbClr val="142D4E"/>
                </a:solidFill>
                <a:latin typeface="Lato"/>
                <a:ea typeface="Lato"/>
                <a:cs typeface="Lato"/>
              </a:rPr>
              <a:t>Handover responsibilities and expected KT outcomes</a:t>
            </a:r>
          </a:p>
        </p:txBody>
      </p:sp>
      <p:sp>
        <p:nvSpPr>
          <p:cNvPr id="3" name="">
            <a:extLst xmlns:a="http://schemas.openxmlformats.org/drawingml/2006/main">
              <a:ext uri="{FF2B5EF4-FFF2-40B4-BE49-F238E27FC236}">
                <a16:creationId xmlns:a16="http://schemas.microsoft.com/office/drawing/2014/main" id="{91F19AF9-06F9-4F46-8AD2-054BF48519DF}"/>
              </a:ext>
            </a:extLst>
          </p:cNvPr>
          <p:cNvSpPr>
            <a:spLocks xmlns:a="http://schemas.openxmlformats.org/drawingml/2006/main" noGrp="1"/>
          </p:cNvSpPr>
          <p:nvPr/>
        </p:nvSpPr>
        <p:spPr>
          <a:xfrm xmlns:a="http://schemas.openxmlformats.org/drawingml/2006/main">
            <a:off x="609600" y="146685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4" name="Sky Cookie Remediation">
            <a:extLst xmlns:a="http://schemas.openxmlformats.org/drawingml/2006/main">
              <a:ext uri="{FF2B5EF4-FFF2-40B4-BE49-F238E27FC236}">
                <a16:creationId xmlns:a16="http://schemas.microsoft.com/office/drawing/2014/main" id="{6064DE8E-D4CF-4673-A6C9-890F99CA549A}"/>
              </a:ext>
            </a:extLst>
          </p:cNvPr>
          <p:cNvSpPr>
            <a:spLocks xmlns:a="http://schemas.openxmlformats.org/drawingml/2006/main" noGrp="1"/>
          </p:cNvSpPr>
          <p:nvPr/>
        </p:nvSpPr>
        <p:spPr>
          <a:xfrm xmlns:a="http://schemas.openxmlformats.org/drawingml/2006/main">
            <a:off x="609600" y="64579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26579"/>
                </a:solidFill>
                <a:latin typeface="Lato"/>
                <a:ea typeface="Lato"/>
                <a:cs typeface="Lato"/>
              </a:defRPr>
            </a:defPPr>
          </a:lstStyle>
          <a:p xmlns:a="http://schemas.openxmlformats.org/drawingml/2006/main">
            <a:pPr algn="l">
              <a:defRPr sz="1125" b="0">
                <a:solidFill>
                  <a:srgbClr val="526579"/>
                </a:solidFill>
                <a:latin typeface="Lato"/>
                <a:ea typeface="Lato"/>
                <a:cs typeface="Lato"/>
              </a:defRPr>
            </a:pPr>
            <a:r>
              <a:rPr sz="1125" b="0">
                <a:solidFill>
                  <a:srgbClr val="526579"/>
                </a:solidFill>
                <a:latin typeface="Lato"/>
                <a:ea typeface="Lato"/>
                <a:cs typeface="Lato"/>
              </a:rPr>
              <a:t>Sky Cookie Remediation</a:t>
            </a:r>
          </a:p>
        </p:txBody>
      </p:sp>
      <p:sp>
        <p:nvSpPr>
          <p:cNvPr id="5" name="34">
            <a:extLst xmlns:a="http://schemas.openxmlformats.org/drawingml/2006/main">
              <a:ext uri="{FF2B5EF4-FFF2-40B4-BE49-F238E27FC236}">
                <a16:creationId xmlns:a16="http://schemas.microsoft.com/office/drawing/2014/main" id="{41F867C0-374A-4C35-A795-8DE2C2481193}"/>
              </a:ext>
            </a:extLst>
          </p:cNvPr>
          <p:cNvSpPr>
            <a:spLocks xmlns:a="http://schemas.openxmlformats.org/drawingml/2006/main" noGrp="1"/>
          </p:cNvSpPr>
          <p:nvPr/>
        </p:nvSpPr>
        <p:spPr>
          <a:xfrm xmlns:a="http://schemas.openxmlformats.org/drawingml/2006/main">
            <a:off x="10991850" y="643890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26579"/>
                </a:solidFill>
                <a:latin typeface="Lato"/>
                <a:ea typeface="Lato"/>
                <a:cs typeface="Lato"/>
              </a:defRPr>
            </a:defPPr>
          </a:lstStyle>
          <a:p xmlns:a="http://schemas.openxmlformats.org/drawingml/2006/main">
            <a:pPr algn="r">
              <a:defRPr sz="1200" b="0">
                <a:solidFill>
                  <a:srgbClr val="526579"/>
                </a:solidFill>
                <a:latin typeface="Lato"/>
                <a:ea typeface="Lato"/>
                <a:cs typeface="Lato"/>
              </a:defRPr>
            </a:pPr>
            <a:r>
              <a:rPr sz="1200" b="0">
                <a:solidFill>
                  <a:srgbClr val="526579"/>
                </a:solidFill>
                <a:latin typeface="Lato"/>
                <a:ea typeface="Lato"/>
                <a:cs typeface="Lato"/>
              </a:rPr>
              <a:t>34</a:t>
            </a:r>
          </a:p>
        </p:txBody>
      </p:sp>
      <p:sp>
        <p:nvSpPr>
          <p:cNvPr id="6" name="Independent routine activities">
            <a:extLst xmlns:a="http://schemas.openxmlformats.org/drawingml/2006/main">
              <a:ext uri="{FF2B5EF4-FFF2-40B4-BE49-F238E27FC236}">
                <a16:creationId xmlns:a16="http://schemas.microsoft.com/office/drawing/2014/main" id="{D1A8B6F8-47BD-49B6-808F-FB5D15B10193}"/>
              </a:ext>
            </a:extLst>
          </p:cNvPr>
          <p:cNvSpPr>
            <a:spLocks xmlns:a="http://schemas.openxmlformats.org/drawingml/2006/main" noGrp="1"/>
          </p:cNvSpPr>
          <p:nvPr/>
        </p:nvSpPr>
        <p:spPr>
          <a:xfrm xmlns:a="http://schemas.openxmlformats.org/drawingml/2006/main">
            <a:off x="609600" y="17240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Independent routine activities</a:t>
            </a:r>
          </a:p>
        </p:txBody>
      </p:sp>
      <p:sp>
        <p:nvSpPr>
          <p:cNvPr id="7" name="">
            <a:extLst xmlns:a="http://schemas.openxmlformats.org/drawingml/2006/main">
              <a:ext uri="{FF2B5EF4-FFF2-40B4-BE49-F238E27FC236}">
                <a16:creationId xmlns:a16="http://schemas.microsoft.com/office/drawing/2014/main" id="{380D53DB-DDF6-4767-A848-3D56AACB27B3}"/>
              </a:ext>
            </a:extLst>
          </p:cNvPr>
          <p:cNvSpPr>
            <a:spLocks xmlns:a="http://schemas.openxmlformats.org/drawingml/2006/main" noGrp="1"/>
          </p:cNvSpPr>
          <p:nvPr/>
        </p:nvSpPr>
        <p:spPr>
          <a:xfrm xmlns:a="http://schemas.openxmlformats.org/drawingml/2006/main">
            <a:off x="609600" y="2324100"/>
            <a:ext cx="5238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1344B"/>
                </a:solidFill>
                <a:latin typeface="Lato"/>
                <a:ea typeface="Lato"/>
                <a:cs typeface="Lato"/>
              </a:defRPr>
            </a:defPPr>
          </a:lstStyle>
          <a:p xmlns:a="http://schemas.openxmlformats.org/drawingml/2006/main">
            <a:pPr marL="203200" indent="-101600" algn="l">
              <a:spcAft>
                <a:spcPts val="1000"/>
              </a:spcAft>
              <a:buChar char="•"/>
              <a:defRPr sz="1950" b="0">
                <a:solidFill>
                  <a:srgbClr val="21344B"/>
                </a:solidFill>
                <a:latin typeface="Lato"/>
                <a:ea typeface="Lato"/>
                <a:cs typeface="Lato"/>
              </a:defRPr>
            </a:pPr>
            <a:r>
              <a:rPr sz="1950" b="0">
                <a:solidFill>
                  <a:srgbClr val="21344B"/>
                </a:solidFill>
                <a:latin typeface="Lato"/>
                <a:ea typeface="Lato"/>
                <a:cs typeface="Lato"/>
              </a:rPr>
              <a:t>Investigate and document a vendor</a:t>
            </a:r>
          </a:p>
          <a:p xmlns:a="http://schemas.openxmlformats.org/drawingml/2006/main">
            <a:pPr marL="203200" indent="-101600" algn="l">
              <a:spcAft>
                <a:spcPts val="1000"/>
              </a:spcAft>
              <a:buChar char="•"/>
              <a:defRPr sz="1950" b="0">
                <a:solidFill>
                  <a:srgbClr val="21344B"/>
                </a:solidFill>
                <a:latin typeface="Lato"/>
                <a:ea typeface="Lato"/>
                <a:cs typeface="Lato"/>
              </a:defRPr>
            </a:pPr>
            <a:r>
              <a:rPr sz="1950" b="0">
                <a:solidFill>
                  <a:srgbClr val="21344B"/>
                </a:solidFill>
                <a:latin typeface="Lato"/>
                <a:ea typeface="Lato"/>
                <a:cs typeface="Lato"/>
              </a:rPr>
              <a:t>Compare documentation with browser storage</a:t>
            </a:r>
          </a:p>
          <a:p xmlns:a="http://schemas.openxmlformats.org/drawingml/2006/main">
            <a:pPr marL="203200" indent="-101600" algn="l">
              <a:spcAft>
                <a:spcPts val="1000"/>
              </a:spcAft>
              <a:buChar char="•"/>
              <a:defRPr sz="1950" b="0">
                <a:solidFill>
                  <a:srgbClr val="21344B"/>
                </a:solidFill>
                <a:latin typeface="Lato"/>
                <a:ea typeface="Lato"/>
                <a:cs typeface="Lato"/>
              </a:defRPr>
            </a:pPr>
            <a:r>
              <a:rPr sz="1950" b="0">
                <a:solidFill>
                  <a:srgbClr val="21344B"/>
                </a:solidFill>
                <a:latin typeface="Lato"/>
                <a:ea typeface="Lato"/>
                <a:cs typeface="Lato"/>
              </a:rPr>
              <a:t>Configure and validate routine ObservePoint checks</a:t>
            </a:r>
          </a:p>
          <a:p xmlns:a="http://schemas.openxmlformats.org/drawingml/2006/main">
            <a:pPr marL="203200" indent="-101600" algn="l">
              <a:spcAft>
                <a:spcPts val="1000"/>
              </a:spcAft>
              <a:buChar char="•"/>
              <a:defRPr sz="1950" b="0">
                <a:solidFill>
                  <a:srgbClr val="21344B"/>
                </a:solidFill>
                <a:latin typeface="Lato"/>
                <a:ea typeface="Lato"/>
                <a:cs typeface="Lato"/>
              </a:defRPr>
            </a:pPr>
            <a:r>
              <a:rPr sz="1950" b="0">
                <a:solidFill>
                  <a:srgbClr val="21344B"/>
                </a:solidFill>
                <a:latin typeface="Lato"/>
                <a:ea typeface="Lato"/>
                <a:cs typeface="Lato"/>
              </a:rPr>
              <a:t>Document issues and support remediation retests</a:t>
            </a:r>
          </a:p>
        </p:txBody>
      </p:sp>
      <p:sp>
        <p:nvSpPr>
          <p:cNvPr id="8" name="Handover confirmation">
            <a:extLst xmlns:a="http://schemas.openxmlformats.org/drawingml/2006/main">
              <a:ext uri="{FF2B5EF4-FFF2-40B4-BE49-F238E27FC236}">
                <a16:creationId xmlns:a16="http://schemas.microsoft.com/office/drawing/2014/main" id="{E4ED9830-1A97-4A72-B9E2-D5CC0A6B88D1}"/>
              </a:ext>
            </a:extLst>
          </p:cNvPr>
          <p:cNvSpPr>
            <a:spLocks xmlns:a="http://schemas.openxmlformats.org/drawingml/2006/main" noGrp="1"/>
          </p:cNvSpPr>
          <p:nvPr/>
        </p:nvSpPr>
        <p:spPr>
          <a:xfrm xmlns:a="http://schemas.openxmlformats.org/drawingml/2006/main">
            <a:off x="6572250" y="1724025"/>
            <a:ext cx="5000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E"/>
                </a:solidFill>
                <a:latin typeface="Lato"/>
                <a:ea typeface="Lato"/>
                <a:cs typeface="Lato"/>
              </a:defRPr>
            </a:defPPr>
          </a:lstStyle>
          <a:p xmlns:a="http://schemas.openxmlformats.org/drawingml/2006/main">
            <a:pPr algn="l">
              <a:defRPr sz="2100" b="1">
                <a:solidFill>
                  <a:srgbClr val="142D4E"/>
                </a:solidFill>
                <a:latin typeface="Lato"/>
                <a:ea typeface="Lato"/>
                <a:cs typeface="Lato"/>
              </a:defRPr>
            </a:pPr>
            <a:r>
              <a:rPr sz="2100" b="1">
                <a:solidFill>
                  <a:srgbClr val="142D4E"/>
                </a:solidFill>
                <a:latin typeface="Lato"/>
                <a:ea typeface="Lato"/>
                <a:cs typeface="Lato"/>
              </a:rPr>
              <a:t>Handover confirmation</a:t>
            </a:r>
          </a:p>
        </p:txBody>
      </p:sp>
      <p:sp>
        <p:nvSpPr>
          <p:cNvPr id="9" name="">
            <a:extLst xmlns:a="http://schemas.openxmlformats.org/drawingml/2006/main">
              <a:ext uri="{FF2B5EF4-FFF2-40B4-BE49-F238E27FC236}">
                <a16:creationId xmlns:a16="http://schemas.microsoft.com/office/drawing/2014/main" id="{03A7F6D6-5C42-4CDE-A352-AE2DEED55E84}"/>
              </a:ext>
            </a:extLst>
          </p:cNvPr>
          <p:cNvSpPr>
            <a:spLocks xmlns:a="http://schemas.openxmlformats.org/drawingml/2006/main" noGrp="1"/>
          </p:cNvSpPr>
          <p:nvPr/>
        </p:nvSpPr>
        <p:spPr>
          <a:xfrm xmlns:a="http://schemas.openxmlformats.org/drawingml/2006/main">
            <a:off x="6572250" y="2324100"/>
            <a:ext cx="500062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1344B"/>
                </a:solidFill>
                <a:latin typeface="Lato"/>
                <a:ea typeface="Lato"/>
                <a:cs typeface="Lato"/>
              </a:defRPr>
            </a:defPPr>
          </a:lstStyle>
          <a:p xmlns:a="http://schemas.openxmlformats.org/drawingml/2006/main">
            <a:pPr marL="203200" indent="-101600" algn="l">
              <a:spcAft>
                <a:spcPts val="1000"/>
              </a:spcAft>
              <a:buChar char="•"/>
              <a:defRPr sz="1950" b="0">
                <a:solidFill>
                  <a:srgbClr val="21344B"/>
                </a:solidFill>
                <a:latin typeface="Lato"/>
                <a:ea typeface="Lato"/>
                <a:cs typeface="Lato"/>
              </a:defRPr>
            </a:pPr>
            <a:r>
              <a:rPr sz="1950" b="0">
                <a:solidFill>
                  <a:srgbClr val="21344B"/>
                </a:solidFill>
                <a:latin typeface="Lato"/>
                <a:ea typeface="Lato"/>
                <a:cs typeface="Lato"/>
              </a:rPr>
              <a:t>Access, scope, and consent expectations understood</a:t>
            </a:r>
          </a:p>
          <a:p xmlns:a="http://schemas.openxmlformats.org/drawingml/2006/main">
            <a:pPr marL="203200" indent="-101600" algn="l">
              <a:spcAft>
                <a:spcPts val="1000"/>
              </a:spcAft>
              <a:buChar char="•"/>
              <a:defRPr sz="1950" b="0">
                <a:solidFill>
                  <a:srgbClr val="21344B"/>
                </a:solidFill>
                <a:latin typeface="Lato"/>
                <a:ea typeface="Lato"/>
                <a:cs typeface="Lato"/>
              </a:defRPr>
            </a:pPr>
            <a:r>
              <a:rPr sz="1950" b="0">
                <a:solidFill>
                  <a:srgbClr val="21344B"/>
                </a:solidFill>
                <a:latin typeface="Lato"/>
                <a:ea typeface="Lato"/>
                <a:cs typeface="Lato"/>
              </a:rPr>
              <a:t>Inventory and reporting templates located</a:t>
            </a:r>
          </a:p>
          <a:p xmlns:a="http://schemas.openxmlformats.org/drawingml/2006/main">
            <a:pPr marL="203200" indent="-101600" algn="l">
              <a:spcAft>
                <a:spcPts val="1000"/>
              </a:spcAft>
              <a:buChar char="•"/>
              <a:defRPr sz="1950" b="0">
                <a:solidFill>
                  <a:srgbClr val="21344B"/>
                </a:solidFill>
                <a:latin typeface="Lato"/>
                <a:ea typeface="Lato"/>
                <a:cs typeface="Lato"/>
              </a:defRPr>
            </a:pPr>
            <a:r>
              <a:rPr sz="1950" b="0">
                <a:solidFill>
                  <a:srgbClr val="21344B"/>
                </a:solidFill>
                <a:latin typeface="Lato"/>
                <a:ea typeface="Lato"/>
                <a:cs typeface="Lato"/>
              </a:rPr>
              <a:t>Audit/rule ownership and contacts confirmed</a:t>
            </a:r>
          </a:p>
          <a:p xmlns:a="http://schemas.openxmlformats.org/drawingml/2006/main">
            <a:pPr marL="203200" indent="-101600" algn="l">
              <a:spcAft>
                <a:spcPts val="1000"/>
              </a:spcAft>
              <a:buChar char="•"/>
              <a:defRPr sz="1950" b="0">
                <a:solidFill>
                  <a:srgbClr val="21344B"/>
                </a:solidFill>
                <a:latin typeface="Lato"/>
                <a:ea typeface="Lato"/>
                <a:cs typeface="Lato"/>
              </a:defRPr>
            </a:pPr>
            <a:r>
              <a:rPr sz="1950" b="0">
                <a:solidFill>
                  <a:srgbClr val="21344B"/>
                </a:solidFill>
                <a:latin typeface="Lato"/>
                <a:ea typeface="Lato"/>
                <a:cs typeface="Lato"/>
              </a:rPr>
              <a:t>Reverse KT reviewed and follow-ups assigned</a:t>
            </a:r>
          </a:p>
        </p:txBody>
      </p:sp>
      <p:sp>
        <p:nvSpPr>
          <p:cNvPr id="10" name="">
            <a:extLst xmlns:a="http://schemas.openxmlformats.org/drawingml/2006/main">
              <a:ext uri="{FF2B5EF4-FFF2-40B4-BE49-F238E27FC236}">
                <a16:creationId xmlns:a16="http://schemas.microsoft.com/office/drawing/2014/main" id="{1F555760-3A2F-42AD-A8A2-4BAD8A58ED4F}"/>
              </a:ext>
            </a:extLst>
          </p:cNvPr>
          <p:cNvSpPr>
            <a:spLocks xmlns:a="http://schemas.openxmlformats.org/drawingml/2006/main" noGrp="1"/>
          </p:cNvSpPr>
          <p:nvPr/>
        </p:nvSpPr>
        <p:spPr>
          <a:xfrm xmlns:a="http://schemas.openxmlformats.org/drawingml/2006/main">
            <a:off x="609600" y="5676900"/>
            <a:ext cx="10972800" cy="0"/>
          </a:xfrm>
          <a:prstGeom xmlns:a="http://schemas.openxmlformats.org/drawingml/2006/main" prst="line">
            <a:avLst/>
          </a:prstGeom>
          <a:noFill xmlns:a="http://schemas.openxmlformats.org/drawingml/2006/main"/>
          <a:ln xmlns:a="http://schemas.openxmlformats.org/drawingml/2006/main" w="9525">
            <a:solidFill>
              <a:srgbClr val="D5DFE9"/>
            </a:solidFill>
            <a:prstDash val="solid"/>
          </a:ln>
        </p:spPr>
      </p:sp>
      <p:sp>
        <p:nvSpPr>
          <p:cNvPr id="11" name="KT completion">
            <a:extLst xmlns:a="http://schemas.openxmlformats.org/drawingml/2006/main">
              <a:ext uri="{FF2B5EF4-FFF2-40B4-BE49-F238E27FC236}">
                <a16:creationId xmlns:a16="http://schemas.microsoft.com/office/drawing/2014/main" id="{AE3C3EA1-81D2-4A17-821C-49B8D2D38B42}"/>
              </a:ext>
            </a:extLst>
          </p:cNvPr>
          <p:cNvSpPr>
            <a:spLocks xmlns:a="http://schemas.openxmlformats.org/drawingml/2006/main" noGrp="1"/>
          </p:cNvSpPr>
          <p:nvPr/>
        </p:nvSpPr>
        <p:spPr>
          <a:xfrm xmlns:a="http://schemas.openxmlformats.org/drawingml/2006/main">
            <a:off x="609600" y="5848350"/>
            <a:ext cx="161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006FB9"/>
                </a:solidFill>
                <a:latin typeface="Lato"/>
                <a:ea typeface="Lato"/>
                <a:cs typeface="Lato"/>
              </a:defRPr>
            </a:defPPr>
          </a:lstStyle>
          <a:p xmlns:a="http://schemas.openxmlformats.org/drawingml/2006/main">
            <a:pPr algn="l">
              <a:defRPr sz="1500" b="1">
                <a:solidFill>
                  <a:srgbClr val="006FB9"/>
                </a:solidFill>
                <a:latin typeface="Lato"/>
                <a:ea typeface="Lato"/>
                <a:cs typeface="Lato"/>
              </a:defRPr>
            </a:pPr>
            <a:r>
              <a:rPr sz="1500" b="1">
                <a:solidFill>
                  <a:srgbClr val="006FB9"/>
                </a:solidFill>
                <a:latin typeface="Lato"/>
                <a:ea typeface="Lato"/>
                <a:cs typeface="Lato"/>
              </a:rPr>
              <a:t>KT completion</a:t>
            </a:r>
          </a:p>
        </p:txBody>
      </p:sp>
      <p:sp>
        <p:nvSpPr>
          <p:cNvPr id="12" name="Trainer reviews demonstrated ability and records the handover out">
            <a:extLst xmlns:a="http://schemas.openxmlformats.org/drawingml/2006/main">
              <a:ext uri="{FF2B5EF4-FFF2-40B4-BE49-F238E27FC236}">
                <a16:creationId xmlns:a16="http://schemas.microsoft.com/office/drawing/2014/main" id="{C7C9498D-9365-4EC0-80CD-8444EBACD243}"/>
              </a:ext>
            </a:extLst>
          </p:cNvPr>
          <p:cNvSpPr>
            <a:spLocks xmlns:a="http://schemas.openxmlformats.org/drawingml/2006/main" noGrp="1"/>
          </p:cNvSpPr>
          <p:nvPr/>
        </p:nvSpPr>
        <p:spPr>
          <a:xfrm xmlns:a="http://schemas.openxmlformats.org/drawingml/2006/main">
            <a:off x="2333625" y="5819775"/>
            <a:ext cx="9239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21344B"/>
                </a:solidFill>
                <a:latin typeface="Lato"/>
                <a:ea typeface="Lato"/>
                <a:cs typeface="Lato"/>
              </a:defRPr>
            </a:defPPr>
          </a:lstStyle>
          <a:p xmlns:a="http://schemas.openxmlformats.org/drawingml/2006/main">
            <a:pPr algn="l">
              <a:defRPr sz="1650" b="0">
                <a:solidFill>
                  <a:srgbClr val="21344B"/>
                </a:solidFill>
                <a:latin typeface="Lato"/>
                <a:ea typeface="Lato"/>
                <a:cs typeface="Lato"/>
              </a:defRPr>
            </a:pPr>
            <a:r>
              <a:rPr sz="1650" b="0">
                <a:solidFill>
                  <a:srgbClr val="21344B"/>
                </a:solidFill>
                <a:latin typeface="Lato"/>
                <a:ea typeface="Lato"/>
                <a:cs typeface="Lato"/>
              </a:rPr>
              <a:t>Trainer reviews demonstrated ability and records the handover outcome after five working days.</a:t>
            </a:r>
          </a:p>
        </p:txBody>
      </p:sp>
    </p:spTree>
    <p:extLst>
      <p:ext uri="{BB962C8B-B14F-4D97-AF65-F5344CB8AC3E}">
        <p14:creationId xmlns:p14="http://schemas.microsoft.com/office/powerpoint/2010/main" val="9809747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2026-10-09T05:25:13.8910000Z</dcterms:created>
  <dcterms:modified xsi:type="dcterms:W3CDTF">2026-10-09T05:25:13.8910000Z</dcterms:modified>
</coreProperties>
</file>