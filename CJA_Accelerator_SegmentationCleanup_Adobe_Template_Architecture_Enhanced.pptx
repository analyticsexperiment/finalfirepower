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9f05ae9fff4278" /><Relationship Type="http://schemas.openxmlformats.org/officeDocument/2006/relationships/extended-properties" Target="/docProps/app.xml" Id="R6f972169f3114cb8" /><Relationship Type="http://schemas.openxmlformats.org/officeDocument/2006/relationships/officeDocument" Target="/ppt/presentation.xml" Id="Ra6c5e86c10dc45de" /></Relationships>
</file>

<file path=ppt/presentation.xml><?xml version="1.0" encoding="utf-8"?>
<p:presentation xmlns:p="http://schemas.openxmlformats.org/presentationml/2006/main">
  <p:sldMasterIdLst>
    <p:sldMasterId xmlns:r="http://schemas.openxmlformats.org/officeDocument/2006/relationships" id="2147483648" r:id="Rf3cb8f8a8b8d4e35"/>
    <p:sldMasterId xmlns:r="http://schemas.openxmlformats.org/officeDocument/2006/relationships" id="2147483655" r:id="Ra61ba71464a84509"/>
  </p:sldMasterIdLst>
  <p:notesMasterIdLst>
    <p:notesMasterId xmlns:r="http://schemas.openxmlformats.org/officeDocument/2006/relationships" r:id="R522468aa25974e37"/>
  </p:notesMasterIdLst>
  <p:sldIdLst>
    <p:sldId xmlns:r="http://schemas.openxmlformats.org/officeDocument/2006/relationships" id="256" r:id="Red6f6259deaa4130"/>
    <p:sldId xmlns:r="http://schemas.openxmlformats.org/officeDocument/2006/relationships" id="257" r:id="R77207767c09d42d8"/>
    <p:sldId xmlns:r="http://schemas.openxmlformats.org/officeDocument/2006/relationships" id="258" r:id="Ra710f21dec7a4fc9"/>
    <p:sldId xmlns:r="http://schemas.openxmlformats.org/officeDocument/2006/relationships" id="259" r:id="R124ac6bbface4689"/>
    <p:sldId xmlns:r="http://schemas.openxmlformats.org/officeDocument/2006/relationships" id="260" r:id="Rb48276e12c5d4e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db085397ad64ebc" /><Relationship Type="http://schemas.openxmlformats.org/officeDocument/2006/relationships/slideMaster" Target="/ppt/slideMasters/slideMaster1.xml" Id="Rf3cb8f8a8b8d4e35" /><Relationship Type="http://schemas.openxmlformats.org/officeDocument/2006/relationships/slideMaster" Target="/ppt/slideMasters/slideMaster2.xml" Id="Ra61ba71464a84509" /><Relationship Type="http://schemas.openxmlformats.org/officeDocument/2006/relationships/notesMaster" Target="/ppt/notesMasters/notesMaster1.xml" Id="R522468aa25974e37" /><Relationship Type="http://schemas.openxmlformats.org/officeDocument/2006/relationships/presProps" Target="/ppt/presProps.xml" Id="Rbb85fe98124a4f41" /><Relationship Type="http://schemas.openxmlformats.org/officeDocument/2006/relationships/viewProps" Target="/ppt/viewProps.xml" Id="Rec8db6a1b5c441cb" /><Relationship Type="http://schemas.openxmlformats.org/officeDocument/2006/relationships/tableStyles" Target="/ppt/tableStyles.xml" Id="R8352cbffc7064468" /><Relationship Type="http://schemas.openxmlformats.org/officeDocument/2006/relationships/slide" Target="/ppt/slides/slide1.xml" Id="Red6f6259deaa4130" /><Relationship Type="http://schemas.openxmlformats.org/officeDocument/2006/relationships/slide" Target="/ppt/slides/slide2.xml" Id="R77207767c09d42d8" /><Relationship Type="http://schemas.openxmlformats.org/officeDocument/2006/relationships/slide" Target="/ppt/slides/slide3.xml" Id="Ra710f21dec7a4fc9" /><Relationship Type="http://schemas.openxmlformats.org/officeDocument/2006/relationships/slide" Target="/ppt/slides/slide4.xml" Id="R124ac6bbface4689" /><Relationship Type="http://schemas.openxmlformats.org/officeDocument/2006/relationships/slide" Target="/ppt/slides/slide5.xml" Id="Rb48276e12c5d4e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315e03bf8194a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4_Whit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Nova">
      <a:majorFont>
        <a:latin typeface="Arial Nova"/>
        <a:ea typeface=""/>
        <a:cs typeface=""/>
      </a:majorFont>
      <a:minorFont>
        <a:latin typeface="Arial Nova"/>
        <a:ea typeface=""/>
        <a:cs typeface=""/>
      </a:minorFont>
    </a:fontScheme>
    <a:fmtScheme name="Custom 2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7d00b8fe634cca" /><Relationship Type="http://schemas.openxmlformats.org/officeDocument/2006/relationships/notesMaster" Target="/ppt/notesMasters/notesMaster1.xml" Id="R29cc13ae18ca4d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8cee9e830842fe" /><Relationship Type="http://schemas.openxmlformats.org/officeDocument/2006/relationships/notesMaster" Target="/ppt/notesMasters/notesMaster1.xml" Id="R858e7a287d374c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16ba28181d46ad" /><Relationship Type="http://schemas.openxmlformats.org/officeDocument/2006/relationships/notesMaster" Target="/ppt/notesMasters/notesMaster1.xml" Id="R24b7aeffc8d34c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c740b60df04407" /><Relationship Type="http://schemas.openxmlformats.org/officeDocument/2006/relationships/notesMaster" Target="/ppt/notesMasters/notesMaster1.xml" Id="Rd063266f94f849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031449107a4623" /><Relationship Type="http://schemas.openxmlformats.org/officeDocument/2006/relationships/notesMaster" Target="/ppt/notesMasters/notesMaster1.xml" Id="Re0923deba34f46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sz="1000" b="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9402b8cdfc4294" /><Relationship Type="http://schemas.openxmlformats.org/officeDocument/2006/relationships/image" Target="/ppt/media/image.jpeg" Id="Rf8aebc395c694521" /><Relationship Type="http://schemas.openxmlformats.org/officeDocument/2006/relationships/image" Target="/ppt/media/image.png" Id="R89e65e9b6d9d4a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a219977bf5429a" /><Relationship Type="http://schemas.openxmlformats.org/officeDocument/2006/relationships/image" Target="/ppt/media/image2.jpeg" Id="R3b3dfaaaae2943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48a76f67464d33" /><Relationship Type="http://schemas.openxmlformats.org/officeDocument/2006/relationships/image" Target="/ppt/media/image2.png" Id="Rfac9ec22c0044a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2bbf3683ea42b1" /><Relationship Type="http://schemas.openxmlformats.org/officeDocument/2006/relationships/image" Target="/ppt/media/image.emf" Id="Rc5d032eeedda42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1ee08fbd3f4424" /><Relationship Type="http://schemas.openxmlformats.org/officeDocument/2006/relationships/image" Target="/ppt/media/image.emf" Id="R60e55d98d2d04e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021bd87aa642c2" /><Relationship Type="http://schemas.openxmlformats.org/officeDocument/2006/relationships/image" Target="/ppt/media/image.emf" Id="R60c7603623054a2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43f9732a754a4a12" /></Relationships>
</file>

<file path=ppt/slideLayouts/slideLayout1.xml><?xml version="1.0" encoding="utf-8"?>
<p:sldLayout xmlns:p="http://schemas.openxmlformats.org/presentationml/2006/main" preserve="1" userDrawn="1">
  <p:cSld name="8_Title with image">
    <p:bg>
      <p:bgPr>
        <a:blipFill xmlns:a="http://schemas.openxmlformats.org/drawingml/2006/main" rotWithShape="1">
          <a:blip xmlns:r="http://schemas.openxmlformats.org/officeDocument/2006/relationships" r:embed="Rf8aebc395c694521">
            <a:lum/>
          </a:blip>
          <a:srcRect l="0" t="0" r="0" b="0"/>
          <a:stretch>
            <a:fillRect l="0" t="-9000" r="0" b="-9000"/>
          </a:stretch>
        </a:blip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52C59715-F9EC-4CAF-BF06-FEB5778BB2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tx2">
              <a:alpha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itle 5">
            <a:extLst xmlns:a="http://schemas.openxmlformats.org/drawingml/2006/main">
              <a:ext uri="{FF2B5EF4-FFF2-40B4-BE49-F238E27FC236}">
                <a16:creationId xmlns:a16="http://schemas.microsoft.com/office/drawing/2014/main" id="{0ED0709B-A0D6-20E6-75D8-D64734FDCDF5}"/>
              </a:ext>
            </a:extLst>
          </p:cNvPr>
          <p:cNvSpPr>
            <a:spLocks xmlns:a="http://schemas.openxmlformats.org/drawingml/2006/main" noGrp="1"/>
          </p:cNvSpPr>
          <p:nvPr>
            <p:ph type="title" idx="0"/>
          </p:nvPr>
        </p:nvSpPr>
        <p:spPr>
          <a:xfrm xmlns:a="http://schemas.openxmlformats.org/drawingml/2006/main">
            <a:off x="695325" y="4558116"/>
            <a:ext cx="5361388" cy="4754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3000">
                <a:solidFill>
                  <a:schemeClr val="bg1"/>
                </a:solidFill>
                <a:latin typeface="Arial Nova"/>
                <a:ea typeface="Arial Nova"/>
                <a:cs typeface="Arial Nova"/>
              </a:defRPr>
            </a:lvl1pPr>
          </a:lstStyle>
          <a:p xmlns:a="http://schemas.openxmlformats.org/drawingml/2006/main">
            <a:r>
              <a:t>Click to edit Master title style</a:t>
            </a:r>
            <a:endParaRPr/>
          </a:p>
        </p:txBody>
      </p:sp>
      <p:sp>
        <p:nvSpPr>
          <p:cNvPr id="6" name="Text Placeholder 6">
            <a:extLst xmlns:a="http://schemas.openxmlformats.org/drawingml/2006/main">
              <a:ext uri="{FF2B5EF4-FFF2-40B4-BE49-F238E27FC236}">
                <a16:creationId xmlns:a16="http://schemas.microsoft.com/office/drawing/2014/main" id="{82F78D52-1F84-9455-05E4-02AD581A99D9}"/>
              </a:ext>
            </a:extLst>
          </p:cNvPr>
          <p:cNvSpPr>
            <a:spLocks xmlns:a="http://schemas.openxmlformats.org/drawingml/2006/main" noGrp="1"/>
          </p:cNvSpPr>
          <p:nvPr>
            <p:ph type="body" idx="10" hasCustomPrompt="1"/>
          </p:nvPr>
        </p:nvSpPr>
        <p:spPr>
          <a:xfrm xmlns:a="http://schemas.openxmlformats.org/drawingml/2006/main">
            <a:off x="695325" y="5362048"/>
            <a:ext cx="3508374" cy="324363"/>
          </a:xfrm>
          <a:prstGeom xmlns:a="http://schemas.openxmlformats.org/drawingml/2006/main" prst="rect">
            <a:avLst/>
          </a:prstGeom>
        </p:spPr>
        <p:txBody>
          <a:bodyPr xmlns:a="http://schemas.openxmlformats.org/drawingml/2006/main" lIns="0" tIns="0" rIns="0" bIns="0"/>
          <a:lstStyle xmlns:a="http://schemas.openxmlformats.org/drawingml/2006/main">
            <a:lvl1pPr marL="0" indent="0">
              <a:buClr>
                <a:schemeClr val="accent1"/>
              </a:buClr>
              <a:buNone/>
              <a:defRPr sz="2000">
                <a:solidFill>
                  <a:schemeClr val="bg1"/>
                </a:solidFill>
                <a:latin typeface="Arial Nova"/>
                <a:ea typeface="Arial Nova"/>
                <a:cs typeface="Arial Nova"/>
              </a:defRPr>
            </a:lvl1pPr>
            <a:lvl2pPr marL="457200" indent="0">
              <a:buClr>
                <a:schemeClr val="accent1"/>
              </a:buClr>
              <a:buNone/>
              <a:defRPr>
                <a:solidFill>
                  <a:schemeClr val="bg1"/>
                </a:solidFill>
              </a:defRPr>
            </a:lvl2pPr>
            <a:lvl3pPr marL="914400" indent="0">
              <a:buClr>
                <a:schemeClr val="accent1"/>
              </a:buClr>
              <a:buNone/>
              <a:defRPr>
                <a:solidFill>
                  <a:schemeClr val="bg1"/>
                </a:solidFill>
              </a:defRPr>
            </a:lvl3pPr>
            <a:lvl4pPr marL="1371600" indent="0">
              <a:buClr>
                <a:schemeClr val="accent1"/>
              </a:buClr>
              <a:buNone/>
              <a:defRPr>
                <a:solidFill>
                  <a:schemeClr val="bg1"/>
                </a:solidFill>
              </a:defRPr>
            </a:lvl4pPr>
            <a:lvl5pPr marL="1828800" indent="0">
              <a:buClr>
                <a:schemeClr val="accent1"/>
              </a:buClr>
              <a:buNone/>
              <a:defRPr>
                <a:solidFill>
                  <a:schemeClr val="bg1"/>
                </a:solidFill>
              </a:defRPr>
            </a:lvl5pPr>
          </a:lstStyle>
          <a:p xmlns:a="http://schemas.openxmlformats.org/drawingml/2006/main">
            <a:pPr lvl="0">
              <a:buNone/>
            </a:pPr>
            <a:r>
              <a:t>Name Surname</a:t>
            </a:r>
            <a:endParaRPr/>
          </a:p>
        </p:txBody>
      </p:sp>
      <p:sp>
        <p:nvSpPr>
          <p:cNvPr id="7" name="Text Placeholder 6">
            <a:extLst xmlns:a="http://schemas.openxmlformats.org/drawingml/2006/main">
              <a:ext uri="{FF2B5EF4-FFF2-40B4-BE49-F238E27FC236}">
                <a16:creationId xmlns:a16="http://schemas.microsoft.com/office/drawing/2014/main" id="{1ADBB14C-E2B2-786D-AD15-6A0E88CAC22C}"/>
              </a:ext>
            </a:extLst>
          </p:cNvPr>
          <p:cNvSpPr>
            <a:spLocks xmlns:a="http://schemas.openxmlformats.org/drawingml/2006/main" noGrp="1"/>
          </p:cNvSpPr>
          <p:nvPr>
            <p:ph type="body" idx="11" hasCustomPrompt="1"/>
          </p:nvPr>
        </p:nvSpPr>
        <p:spPr>
          <a:xfrm xmlns:a="http://schemas.openxmlformats.org/drawingml/2006/main">
            <a:off x="695325" y="5695681"/>
            <a:ext cx="3508374" cy="324363"/>
          </a:xfrm>
          <a:prstGeom xmlns:a="http://schemas.openxmlformats.org/drawingml/2006/main" prst="rect">
            <a:avLst/>
          </a:prstGeom>
        </p:spPr>
        <p:txBody>
          <a:bodyPr xmlns:a="http://schemas.openxmlformats.org/drawingml/2006/main" lIns="0" tIns="0" rIns="0" bIns="0"/>
          <a:lstStyle xmlns:a="http://schemas.openxmlformats.org/drawingml/2006/main">
            <a:lvl1pPr marL="0" indent="0">
              <a:buClr>
                <a:schemeClr val="accent1"/>
              </a:buClr>
              <a:buNone/>
              <a:defRPr sz="2000">
                <a:solidFill>
                  <a:srgbClr val="007BFF"/>
                </a:solidFill>
                <a:latin typeface="Arial Nova"/>
                <a:ea typeface="Arial Nova"/>
                <a:cs typeface="Arial Nova"/>
              </a:defRPr>
            </a:lvl1pPr>
            <a:lvl2pPr marL="457200" indent="0">
              <a:buClr>
                <a:schemeClr val="accent1"/>
              </a:buClr>
              <a:buNone/>
              <a:defRPr>
                <a:solidFill>
                  <a:schemeClr val="bg1"/>
                </a:solidFill>
              </a:defRPr>
            </a:lvl2pPr>
            <a:lvl3pPr marL="914400" indent="0">
              <a:buClr>
                <a:schemeClr val="accent1"/>
              </a:buClr>
              <a:buNone/>
              <a:defRPr>
                <a:solidFill>
                  <a:schemeClr val="bg1"/>
                </a:solidFill>
              </a:defRPr>
            </a:lvl3pPr>
            <a:lvl4pPr marL="1371600" indent="0">
              <a:buClr>
                <a:schemeClr val="accent1"/>
              </a:buClr>
              <a:buNone/>
              <a:defRPr>
                <a:solidFill>
                  <a:schemeClr val="bg1"/>
                </a:solidFill>
              </a:defRPr>
            </a:lvl4pPr>
            <a:lvl5pPr marL="1828800" indent="0">
              <a:buClr>
                <a:schemeClr val="accent1"/>
              </a:buClr>
              <a:buNone/>
              <a:defRPr>
                <a:solidFill>
                  <a:schemeClr val="bg1"/>
                </a:solidFill>
              </a:defRPr>
            </a:lvl5pPr>
          </a:lstStyle>
          <a:p xmlns:a="http://schemas.openxmlformats.org/drawingml/2006/main">
            <a:pPr lvl="0">
              <a:buNone/>
            </a:pPr>
            <a:r>
              <a:t>Title</a:t>
            </a:r>
            <a:endParaRPr/>
          </a:p>
        </p:txBody>
      </p:sp>
      <p:pic>
        <p:nvPicPr>
          <p:cNvPr id="21" name="Picture 13"/>
          <p:cNvPicPr>
            <a:picLocks xmlns:a="http://schemas.openxmlformats.org/drawingml/2006/main" noChangeAspect="1"/>
          </p:cNvPicPr>
          <p:nvPr/>
        </p:nvPicPr>
        <p:blipFill>
          <a:blip xmlns:r="http://schemas.openxmlformats.org/officeDocument/2006/relationships" xmlns:a="http://schemas.openxmlformats.org/drawingml/2006/main" r:embed="R89e65e9b6d9d4a73"/>
          <a:srcRect xmlns:a="http://schemas.openxmlformats.org/drawingml/2006/main" l="0" t="0" r="0" b="0"/>
          <a:stretch xmlns:a="http://schemas.openxmlformats.org/drawingml/2006/main"/>
        </p:blipFill>
        <p:spPr>
          <a:xfrm xmlns:a="http://schemas.openxmlformats.org/drawingml/2006/main">
            <a:off x="695324" y="794395"/>
            <a:ext cx="2792891" cy="762598"/>
          </a:xfrm>
          <a:prstGeom xmlns:a="http://schemas.openxmlformats.org/drawingml/2006/main" prst="rect">
            <a:avLst/>
          </a:prstGeom>
        </p:spPr>
      </p:pic>
      <p:sp>
        <p:nvSpPr>
          <p:cNvPr id="15" name="Text Placeholder 6">
            <a:extLst xmlns:a="http://schemas.openxmlformats.org/drawingml/2006/main">
              <a:ext uri="{FF2B5EF4-FFF2-40B4-BE49-F238E27FC236}">
                <a16:creationId xmlns:a16="http://schemas.microsoft.com/office/drawing/2014/main" id="{AE641ACE-BF42-83E7-0766-E1115F91CEF3}"/>
              </a:ext>
            </a:extLst>
          </p:cNvPr>
          <p:cNvSpPr>
            <a:spLocks xmlns:a="http://schemas.openxmlformats.org/drawingml/2006/main" noGrp="1"/>
          </p:cNvSpPr>
          <p:nvPr>
            <p:ph type="body" idx="13"/>
          </p:nvPr>
        </p:nvSpPr>
        <p:spPr>
          <a:xfrm xmlns:a="http://schemas.openxmlformats.org/drawingml/2006/main">
            <a:off x="695325" y="2143184"/>
            <a:ext cx="7862888" cy="2022926"/>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ct val="110000"/>
              </a:lnSpc>
              <a:buFontTx/>
              <a:buNone/>
              <a:defRPr sz="3000">
                <a:solidFill>
                  <a:schemeClr val="bg1"/>
                </a:solidFill>
                <a:latin typeface="Arial Nova"/>
                <a:ea typeface="Arial Nova"/>
                <a:cs typeface="Arial Nova"/>
              </a:defRPr>
            </a:lvl1pPr>
            <a:lvl2pPr marL="457200" indent="0">
              <a:lnSpc>
                <a:spcPct val="110000"/>
              </a:lnSpc>
              <a:buFontTx/>
              <a:buNone/>
              <a:defRPr sz="2000">
                <a:solidFill>
                  <a:schemeClr val="bg1"/>
                </a:solidFill>
              </a:defRPr>
            </a:lvl2pPr>
            <a:lvl3pPr marL="914400" indent="0">
              <a:lnSpc>
                <a:spcPct val="110000"/>
              </a:lnSpc>
              <a:buFontTx/>
              <a:buNone/>
              <a:defRPr sz="2000">
                <a:solidFill>
                  <a:schemeClr val="bg1"/>
                </a:solidFill>
              </a:defRPr>
            </a:lvl3pPr>
            <a:lvl4pPr marL="1371600" indent="0">
              <a:lnSpc>
                <a:spcPct val="110000"/>
              </a:lnSpc>
              <a:buFontTx/>
              <a:buNone/>
              <a:defRPr sz="2000">
                <a:solidFill>
                  <a:schemeClr val="bg1"/>
                </a:solidFill>
              </a:defRPr>
            </a:lvl4pPr>
            <a:lvl5pPr marL="1828800" indent="0">
              <a:lnSpc>
                <a:spcPct val="110000"/>
              </a:lnSpc>
              <a:buFontTx/>
              <a:buNone/>
              <a:defRPr sz="2000">
                <a:solidFill>
                  <a:schemeClr val="bg1"/>
                </a:solidFill>
              </a:defRPr>
            </a:lvl5pPr>
          </a:lstStyle>
          <a:p xmlns:a="http://schemas.openxmlformats.org/drawingml/2006/main">
            <a:pPr lvl="0">
              <a:buNone/>
            </a:pPr>
            <a:r>
              <a:t>Click to edit Master text styles</a:t>
            </a:r>
          </a:p>
        </p:txBody>
      </p:sp>
    </p:spTree>
  </p:cSld>
</p:sldLayout>
</file>

<file path=ppt/slideLayouts/slideLayout2.xml><?xml version="1.0" encoding="utf-8"?>
<p:sldLayout xmlns:p="http://schemas.openxmlformats.org/presentationml/2006/main" preserve="1" userDrawn="1">
  <p:cSld name="10_Title with image">
    <p:bg>
      <p:bgPr>
        <a:blipFill xmlns:a="http://schemas.openxmlformats.org/drawingml/2006/main" rotWithShape="1">
          <a:blip xmlns:r="http://schemas.openxmlformats.org/officeDocument/2006/relationships" r:embed="R3b3dfaaaae2943ae">
            <a:lum/>
          </a:blip>
          <a:srcRect l="0" t="0" r="0" b="0"/>
          <a:stretch>
            <a:fillRect l="0" t="0" r="0" b="0"/>
          </a:stretch>
        </a:blip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73C4C968-3B7C-B877-611D-8A6DA715053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tx2">
              <a:alpha val="9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traight Connector 1">
            <a:extLst xmlns:a="http://schemas.openxmlformats.org/drawingml/2006/main">
              <a:ext uri="{FF2B5EF4-FFF2-40B4-BE49-F238E27FC236}">
                <a16:creationId xmlns:a16="http://schemas.microsoft.com/office/drawing/2014/main" id="{8EBD747A-AF0D-4DA0-ACFB-71C6CB113B18}"/>
              </a:ext>
            </a:extLst>
          </p:cNvPr>
          <p:cNvSpPr>
            <a:spLocks xmlns:a="http://schemas.openxmlformats.org/drawingml/2006/main" noGrp="1"/>
          </p:cNvSpPr>
          <p:nvPr/>
        </p:nvSpPr>
        <p:spPr>
          <a:xfrm xmlns:a="http://schemas.openxmlformats.org/drawingml/2006/main">
            <a:off x="695325" y="3078155"/>
            <a:ext cx="6719888" cy="0"/>
          </a:xfrm>
          <a:prstGeom xmlns:a="http://schemas.openxmlformats.org/drawingml/2006/main" prst="line">
            <a:avLst/>
          </a:prstGeom>
          <a:ln xmlns:a="http://schemas.openxmlformats.org/drawingml/2006/main" w="12700">
            <a:solidFill>
              <a:srgbClr val="007B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Text Placeholder 6">
            <a:extLst xmlns:a="http://schemas.openxmlformats.org/drawingml/2006/main">
              <a:ext uri="{FF2B5EF4-FFF2-40B4-BE49-F238E27FC236}">
                <a16:creationId xmlns:a16="http://schemas.microsoft.com/office/drawing/2014/main" id="{7C601D21-DDE8-B876-B285-1001B7ABF58F}"/>
              </a:ext>
            </a:extLst>
          </p:cNvPr>
          <p:cNvSpPr>
            <a:spLocks xmlns:a="http://schemas.openxmlformats.org/drawingml/2006/main" noGrp="1"/>
          </p:cNvSpPr>
          <p:nvPr>
            <p:ph type="body" idx="13"/>
          </p:nvPr>
        </p:nvSpPr>
        <p:spPr>
          <a:xfrm xmlns:a="http://schemas.openxmlformats.org/drawingml/2006/main">
            <a:off x="695325" y="2143184"/>
            <a:ext cx="11029950" cy="2022926"/>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nSpc>
                <a:spcPct val="110000"/>
              </a:lnSpc>
              <a:buFontTx/>
              <a:buNone/>
              <a:defRPr sz="4000">
                <a:solidFill>
                  <a:schemeClr val="bg1"/>
                </a:solidFill>
                <a:latin typeface="Arial Nova"/>
                <a:ea typeface="Arial Nova"/>
                <a:cs typeface="Arial Nova"/>
              </a:defRPr>
            </a:lvl1pPr>
            <a:lvl2pPr marL="457200" indent="0">
              <a:lnSpc>
                <a:spcPct val="110000"/>
              </a:lnSpc>
              <a:buFontTx/>
              <a:buNone/>
              <a:defRPr sz="2000">
                <a:solidFill>
                  <a:schemeClr val="bg1"/>
                </a:solidFill>
              </a:defRPr>
            </a:lvl2pPr>
            <a:lvl3pPr marL="914400" indent="0">
              <a:lnSpc>
                <a:spcPct val="110000"/>
              </a:lnSpc>
              <a:buFontTx/>
              <a:buNone/>
              <a:defRPr sz="2000">
                <a:solidFill>
                  <a:schemeClr val="bg1"/>
                </a:solidFill>
              </a:defRPr>
            </a:lvl3pPr>
            <a:lvl4pPr marL="1371600" indent="0">
              <a:lnSpc>
                <a:spcPct val="110000"/>
              </a:lnSpc>
              <a:buFontTx/>
              <a:buNone/>
              <a:defRPr sz="2000">
                <a:solidFill>
                  <a:schemeClr val="bg1"/>
                </a:solidFill>
              </a:defRPr>
            </a:lvl4pPr>
            <a:lvl5pPr marL="1828800" indent="0">
              <a:lnSpc>
                <a:spcPct val="110000"/>
              </a:lnSpc>
              <a:buFontTx/>
              <a:buNone/>
              <a:defRPr sz="2000">
                <a:solidFill>
                  <a:schemeClr val="bg1"/>
                </a:solidFill>
              </a:defRPr>
            </a:lvl5pPr>
          </a:lstStyle>
          <a:p xmlns:a="http://schemas.openxmlformats.org/drawingml/2006/main">
            <a:pPr lvl="0">
              <a:buNone/>
            </a:pPr>
            <a:r>
              <a:t>Click to edit Master text styles</a:t>
            </a:r>
          </a:p>
        </p:txBody>
      </p:sp>
      <p:sp>
        <p:nvSpPr>
          <p:cNvPr id="5" name="TextBox 4">
            <a:extLst xmlns:a="http://schemas.openxmlformats.org/drawingml/2006/main">
              <a:ext uri="{FF2B5EF4-FFF2-40B4-BE49-F238E27FC236}">
                <a16:creationId xmlns:a16="http://schemas.microsoft.com/office/drawing/2014/main" id="{5992D491-EDD3-4F35-81DF-6DB18DEDB092}"/>
              </a:ext>
            </a:extLst>
          </p:cNvPr>
          <p:cNvSpPr>
            <a:spLocks xmlns:a="http://schemas.openxmlformats.org/drawingml/2006/main" noGrp="1"/>
          </p:cNvSpPr>
          <p:nvPr/>
        </p:nvSpPr>
        <p:spPr>
          <a:xfrm xmlns:a="http://schemas.openxmlformats.org/drawingml/2006/main">
            <a:off x="11804968" y="6618706"/>
            <a:ext cx="252000" cy="14715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b="0" i="0">
                <a:solidFill>
                  <a:srgbClr val="000000"/>
                </a:solidFill>
                <a:latin typeface="Arial"/>
                <a:ea typeface="Arial"/>
                <a:cs typeface="Arial"/>
              </a:defRPr>
            </a:lvl1pPr>
          </a:lstStyle>
          <a:p xmlns:a="http://schemas.openxmlformats.org/drawingml/2006/main">
            <a:pPr lvl="0">
              <a:buNone/>
            </a:pPr>
            <a:fld id="{97C6C6C2-5EEE-4A86-82AB-262C0E1D77A4}" type="slidenum">
              <a:rPr>
                <a:solidFill>
                  <a:schemeClr val="bg1"/>
                </a:solidFill>
              </a:rPr>
              <a:t>‹#›</a:t>
            </a:fld>
            <a:endParaRPr>
              <a:solidFill>
                <a:schemeClr val="bg1"/>
              </a:solidFill>
            </a:endParaRPr>
          </a:p>
        </p:txBody>
      </p:sp>
    </p:spTree>
  </p:cSld>
</p:sldLayout>
</file>

<file path=ppt/slideLayouts/slideLayout3.xml><?xml version="1.0" encoding="utf-8"?>
<p:sldLayout xmlns:p="http://schemas.openxmlformats.org/presentationml/2006/main" showMasterSp="0" preserve="1" userDrawn="1">
  <p:cSld name="1_Thanks and contact">
    <p:bg>
      <p:bgPr>
        <a:solidFill xmlns:a="http://schemas.openxmlformats.org/drawingml/2006/main">
          <a:schemeClr val="tx2"/>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E48E6ED-C720-87DA-5891-8EAB9D37B27C}"/>
              </a:ext>
            </a:extLst>
          </p:cNvPr>
          <p:cNvSpPr>
            <a:spLocks xmlns:a="http://schemas.openxmlformats.org/drawingml/2006/main" noGrp="1"/>
          </p:cNvSpPr>
          <p:nvPr/>
        </p:nvSpPr>
        <p:spPr>
          <a:xfrm xmlns:a="http://schemas.openxmlformats.org/drawingml/2006/main">
            <a:off x="613217" y="5990392"/>
            <a:ext cx="11005042" cy="5078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900">
                <a:solidFill>
                  <a:schemeClr val="bg1"/>
                </a:solidFill>
                <a:latin typeface="Arial Nova"/>
                <a:ea typeface="Arial Nova"/>
                <a:cs typeface="Arial Nova"/>
              </a:rPr>
              <a:t>© 2026 </a:t>
            </a:r>
            <a:r>
              <a:rPr sz="900">
                <a:solidFill>
                  <a:schemeClr val="bg1"/>
                </a:solidFill>
                <a:latin typeface="Arial Nova"/>
                <a:ea typeface="Arial Nova"/>
                <a:cs typeface="Arial Nova"/>
              </a:rPr>
              <a:t>eClerx</a:t>
            </a:r>
            <a:r>
              <a:rPr sz="900">
                <a:solidFill>
                  <a:schemeClr val="bg1"/>
                </a:solidFill>
                <a:latin typeface="Arial Nova"/>
                <a:ea typeface="Arial Nova"/>
                <a:cs typeface="Arial Nova"/>
              </a:rPr>
              <a:t>. All rights reserved. This presentation and its contents are protected by copyright laws and international treaties. Unauthorized use, reproduction, duplication, or distribution of this material, in whole or in part, is strictly prohibited. No portion of this presentation may be copied, transmitted, or otherwise used, in any form or by any means—whether electronic, mechanical, or otherwise—without the express prior written consent of </a:t>
            </a:r>
            <a:r>
              <a:rPr sz="900">
                <a:solidFill>
                  <a:schemeClr val="bg1"/>
                </a:solidFill>
                <a:latin typeface="Arial Nova"/>
                <a:ea typeface="Arial Nova"/>
                <a:cs typeface="Arial Nova"/>
              </a:rPr>
              <a:t>eClerx</a:t>
            </a:r>
            <a:r>
              <a:rPr sz="900">
                <a:solidFill>
                  <a:schemeClr val="bg1"/>
                </a:solidFill>
                <a:latin typeface="Arial Nova"/>
                <a:ea typeface="Arial Nova"/>
                <a:cs typeface="Arial Nova"/>
              </a:rPr>
              <a:t>. Any unauthorized use or distribution of this material may result in legal action.</a:t>
            </a:r>
          </a:p>
        </p:txBody>
      </p:sp>
      <p:sp>
        <p:nvSpPr>
          <p:cNvPr id="12" name="Straight Connector 11">
            <a:extLst xmlns:a="http://schemas.openxmlformats.org/drawingml/2006/main">
              <a:ext uri="{FF2B5EF4-FFF2-40B4-BE49-F238E27FC236}">
                <a16:creationId xmlns:a16="http://schemas.microsoft.com/office/drawing/2014/main" id="{10A7BCD5-2447-447D-8019-ACFB2021ADF5}"/>
              </a:ext>
            </a:extLst>
          </p:cNvPr>
          <p:cNvSpPr>
            <a:spLocks xmlns:a="http://schemas.openxmlformats.org/drawingml/2006/main" noGrp="1"/>
          </p:cNvSpPr>
          <p:nvPr/>
        </p:nvSpPr>
        <p:spPr>
          <a:xfrm xmlns:a="http://schemas.openxmlformats.org/drawingml/2006/main">
            <a:off x="-18600" y="5823997"/>
            <a:ext cx="12210600" cy="0"/>
          </a:xfrm>
          <a:prstGeom xmlns:a="http://schemas.openxmlformats.org/drawingml/2006/main" prst="line">
            <a:avLst/>
          </a:prstGeom>
          <a:ln xmlns:a="http://schemas.openxmlformats.org/drawingml/2006/main" w="19050">
            <a:solidFill>
              <a:srgbClr val="007B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Title 5">
            <a:extLst xmlns:a="http://schemas.openxmlformats.org/drawingml/2006/main">
              <a:ext uri="{FF2B5EF4-FFF2-40B4-BE49-F238E27FC236}">
                <a16:creationId xmlns:a16="http://schemas.microsoft.com/office/drawing/2014/main" id="{A4A816D5-1A29-D437-CDE4-D9380F4C931B}"/>
              </a:ext>
            </a:extLst>
          </p:cNvPr>
          <p:cNvSpPr>
            <a:spLocks xmlns:a="http://schemas.openxmlformats.org/drawingml/2006/main" noGrp="1"/>
          </p:cNvSpPr>
          <p:nvPr/>
        </p:nvSpPr>
        <p:spPr>
          <a:xfrm xmlns:a="http://schemas.openxmlformats.org/drawingml/2006/main">
            <a:off x="695325" y="5427631"/>
            <a:ext cx="5361388" cy="365064"/>
          </a:xfrm>
          <a:prstGeom xmlns:a="http://schemas.openxmlformats.org/drawingml/2006/main" prst="rect">
            <a:avLst/>
          </a:prstGeom>
        </p:spPr>
        <p:txBody>
          <a:bodyPr xmlns:a="http://schemas.openxmlformats.org/drawingml/2006/main" lIns="0" tIns="0" rIns="0" bIns="0"/>
          <a:lstStyle xmlns:a="http://schemas.openxmlformats.org/drawingml/2006/main">
            <a:lvl1pPr algn="l" defTabSz="914400">
              <a:lnSpc>
                <a:spcPct val="100000"/>
              </a:lnSpc>
              <a:spcBef>
                <a:spcPct val="0"/>
              </a:spcBef>
              <a:buNone/>
              <a:defRPr sz="3000" b="0" i="0" kern="1200" spc="0" baseline="0">
                <a:solidFill>
                  <a:schemeClr val="bg1"/>
                </a:solidFill>
                <a:latin typeface="Arial"/>
                <a:ea typeface="Arial"/>
                <a:cs typeface="Arial"/>
              </a:defRPr>
            </a:lvl1pPr>
          </a:lstStyle>
          <a:p xmlns:a="http://schemas.openxmlformats.org/drawingml/2006/main">
            <a:r>
              <a:rPr sz="1800" b="0" i="0">
                <a:latin typeface="Arial Nova"/>
                <a:ea typeface="Arial Nova"/>
                <a:cs typeface="Arial Nova"/>
              </a:rPr>
              <a:t>Exceptional client execution. </a:t>
            </a:r>
            <a:r>
              <a:rPr sz="1800">
                <a:latin typeface="Arial Nova"/>
                <a:ea typeface="Arial Nova"/>
                <a:cs typeface="Arial Nova"/>
              </a:rPr>
              <a:t>Results amplified.</a:t>
            </a:r>
            <a:endParaRPr sz="1800" b="0" i="0">
              <a:latin typeface="Arial Nova"/>
              <a:ea typeface="Arial Nova"/>
              <a:cs typeface="Arial Nova"/>
            </a:endParaRP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fac9ec22c0044a5d"/>
          <a:srcRect xmlns:a="http://schemas.openxmlformats.org/drawingml/2006/main" l="0" t="0" r="0" b="0"/>
          <a:stretch xmlns:a="http://schemas.openxmlformats.org/drawingml/2006/main"/>
        </p:blipFill>
        <p:spPr>
          <a:xfrm xmlns:a="http://schemas.openxmlformats.org/drawingml/2006/main">
            <a:off x="695325" y="4646406"/>
            <a:ext cx="2237999" cy="611085"/>
          </a:xfrm>
          <a:prstGeom xmlns:a="http://schemas.openxmlformats.org/drawingml/2006/main" prst="rect">
            <a:avLst/>
          </a:prstGeom>
        </p:spPr>
      </p:pic>
      <p:sp>
        <p:nvSpPr>
          <p:cNvPr id="7" name="Title 5">
            <a:extLst xmlns:a="http://schemas.openxmlformats.org/drawingml/2006/main">
              <a:ext uri="{FF2B5EF4-FFF2-40B4-BE49-F238E27FC236}">
                <a16:creationId xmlns:a16="http://schemas.microsoft.com/office/drawing/2014/main" id="{80831491-B21A-0EB9-60F2-678E00151463}"/>
              </a:ext>
            </a:extLst>
          </p:cNvPr>
          <p:cNvSpPr>
            <a:spLocks xmlns:a="http://schemas.openxmlformats.org/drawingml/2006/main" noGrp="1"/>
          </p:cNvSpPr>
          <p:nvPr/>
        </p:nvSpPr>
        <p:spPr>
          <a:xfrm xmlns:a="http://schemas.openxmlformats.org/drawingml/2006/main">
            <a:off x="6135287" y="5420864"/>
            <a:ext cx="5361388" cy="276999"/>
          </a:xfrm>
          <a:prstGeom xmlns:a="http://schemas.openxmlformats.org/drawingml/2006/main" prst="rect">
            <a:avLst/>
          </a:prstGeom>
        </p:spPr>
        <p:txBody>
          <a:bodyPr xmlns:a="http://schemas.openxmlformats.org/drawingml/2006/main" lIns="0" tIns="0" rIns="0" bIns="0">
            <a:spAutoFit/>
          </a:bodyPr>
          <a:lstStyle xmlns:a="http://schemas.openxmlformats.org/drawingml/2006/main">
            <a:lvl1pPr algn="l" defTabSz="914400">
              <a:lnSpc>
                <a:spcPct val="100000"/>
              </a:lnSpc>
              <a:spcBef>
                <a:spcPct val="0"/>
              </a:spcBef>
              <a:buNone/>
              <a:defRPr sz="3000" b="0" i="0" kern="1200" spc="0" baseline="0">
                <a:solidFill>
                  <a:schemeClr val="bg1"/>
                </a:solidFill>
                <a:latin typeface="Arial"/>
                <a:ea typeface="Arial"/>
                <a:cs typeface="Arial"/>
              </a:defRPr>
            </a:lvl1pPr>
          </a:lstStyle>
          <a:p xmlns:a="http://schemas.openxmlformats.org/drawingml/2006/main">
            <a:pPr algn="r">
              <a:buNone/>
            </a:pPr>
            <a:r>
              <a:rPr sz="1800" b="0" i="0">
                <a:solidFill>
                  <a:schemeClr val="bg1"/>
                </a:solidFill>
                <a:latin typeface="Arial Nova"/>
                <a:ea typeface="Arial Nova"/>
                <a:cs typeface="Arial Nova"/>
              </a:rPr>
              <a:t>Learn more at </a:t>
            </a:r>
            <a:r>
              <a:rPr sz="1800" b="0" i="0">
                <a:solidFill>
                  <a:schemeClr val="bg1"/>
                </a:solidFill>
                <a:latin typeface="Arial Nova"/>
                <a:ea typeface="Arial Nova"/>
                <a:cs typeface="Arial Nova"/>
              </a:rPr>
              <a:t>eClerx.com</a:t>
            </a:r>
            <a:endParaRPr sz="1800" b="0" i="0">
              <a:solidFill>
                <a:schemeClr val="bg1"/>
              </a:solidFill>
              <a:latin typeface="Arial Nova"/>
              <a:ea typeface="Arial Nova"/>
              <a:cs typeface="Arial Nova"/>
            </a:endParaRPr>
          </a:p>
        </p:txBody>
      </p:sp>
    </p:spTree>
  </p:cSld>
</p:sldLayout>
</file>

<file path=ppt/slideLayouts/slideLayout4.xml><?xml version="1.0" encoding="utf-8"?>
<p:sldLayout xmlns:p="http://schemas.openxmlformats.org/presentationml/2006/main" preserve="1" userDrawn="1">
  <p:cSld name="Healdine Sub">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506C1543-7649-7A48-798B-EE411B858D7D}"/>
              </a:ext>
            </a:extLst>
          </p:cNvPr>
          <p:cNvSpPr>
            <a:spLocks xmlns:a="http://schemas.openxmlformats.org/drawingml/2006/main" noGrp="1"/>
          </p:cNvSpPr>
          <p:nvPr>
            <p:ph type="title" idx="0"/>
          </p:nvPr>
        </p:nvSpPr>
        <p:spPr>
          <a:xfrm xmlns:a="http://schemas.openxmlformats.org/drawingml/2006/main">
            <a:off x="263236" y="188912"/>
            <a:ext cx="11688619" cy="549997"/>
          </a:xfrm>
          <a:prstGeom xmlns:a="http://schemas.openxmlformats.org/drawingml/2006/main" prst="rect">
            <a:avLst/>
          </a:prstGeom>
        </p:spPr>
        <p:txBody>
          <a:bodyPr xmlns:a="http://schemas.openxmlformats.org/drawingml/2006/main" lIns="72000" tIns="0" rIns="72000" bIns="0" anchor="ctr"/>
          <a:lstStyle xmlns:a="http://schemas.openxmlformats.org/drawingml/2006/main">
            <a:lvl1pPr>
              <a:lnSpc>
                <a:spcPct val="100000"/>
              </a:lnSpc>
              <a:spcBef>
                <a:spcPts val="0"/>
              </a:spcBef>
              <a:buNone/>
              <a:defRPr sz="2800" spc="-20" baseline="0">
                <a:solidFill>
                  <a:srgbClr val="000000"/>
                </a:solidFill>
                <a:latin typeface="+mj-lt"/>
                <a:ea typeface="+mj-lt"/>
                <a:cs typeface="+mj-lt"/>
              </a:defRPr>
            </a:lvl1pPr>
          </a:lstStyle>
          <a:p xmlns:a="http://schemas.openxmlformats.org/drawingml/2006/main">
            <a:r>
              <a:t>Click to edit Master title style</a:t>
            </a:r>
          </a:p>
        </p:txBody>
      </p:sp>
      <p:sp>
        <p:nvSpPr>
          <p:cNvPr id="9" name="Text Placeholder 8">
            <a:extLst xmlns:a="http://schemas.openxmlformats.org/drawingml/2006/main">
              <a:ext uri="{FF2B5EF4-FFF2-40B4-BE49-F238E27FC236}">
                <a16:creationId xmlns:a16="http://schemas.microsoft.com/office/drawing/2014/main" id="{5E593419-7C6A-4FB5-94F2-427766E8B267}"/>
              </a:ext>
            </a:extLst>
          </p:cNvPr>
          <p:cNvSpPr>
            <a:spLocks xmlns:a="http://schemas.openxmlformats.org/drawingml/2006/main" noGrp="1"/>
          </p:cNvSpPr>
          <p:nvPr>
            <p:ph type="body" idx="10"/>
          </p:nvPr>
        </p:nvSpPr>
        <p:spPr>
          <a:xfrm xmlns:a="http://schemas.openxmlformats.org/drawingml/2006/main">
            <a:off x="263525" y="729246"/>
            <a:ext cx="11688763" cy="388356"/>
          </a:xfrm>
          <a:prstGeom xmlns:a="http://schemas.openxmlformats.org/drawingml/2006/main" prst="rect">
            <a:avLst/>
          </a:prstGeom>
        </p:spPr>
        <p:txBody>
          <a:bodyPr xmlns:a="http://schemas.openxmlformats.org/drawingml/2006/main" lIns="72000" tIns="0" rIns="72000" bIns="0" anchor="ctr"/>
          <a:lstStyle xmlns:a="http://schemas.openxmlformats.org/drawingml/2006/main">
            <a:lvl1pPr marL="0" indent="0">
              <a:lnSpc>
                <a:spcPct val="100000"/>
              </a:lnSpc>
              <a:spcBef>
                <a:spcPts val="0"/>
              </a:spcBef>
              <a:buNone/>
              <a:defRPr sz="2000">
                <a:solidFill>
                  <a:schemeClr val="accent1"/>
                </a:solidFill>
                <a:latin typeface="+mj-lt"/>
                <a:ea typeface="+mj-lt"/>
                <a:cs typeface="+mj-lt"/>
              </a:defRPr>
            </a:lvl1pPr>
          </a:lstStyle>
          <a:p xmlns:a="http://schemas.openxmlformats.org/drawingml/2006/main">
            <a:pPr lvl="0">
              <a:buNone/>
            </a:pPr>
            <a:r>
              <a:t>Click to edit Master text styles</a:t>
            </a:r>
          </a:p>
        </p:txBody>
      </p:sp>
      <p:sp>
        <p:nvSpPr>
          <p:cNvPr id="7" name="TextBox 6">
            <a:extLst xmlns:a="http://schemas.openxmlformats.org/drawingml/2006/main">
              <a:ext uri="{FF2B5EF4-FFF2-40B4-BE49-F238E27FC236}">
                <a16:creationId xmlns:a16="http://schemas.microsoft.com/office/drawing/2014/main" id="{D6A1BDF6-004E-4C74-9F56-05E94AFA0F41}"/>
              </a:ext>
            </a:extLst>
          </p:cNvPr>
          <p:cNvSpPr>
            <a:spLocks xmlns:a="http://schemas.openxmlformats.org/drawingml/2006/main" noGrp="1"/>
          </p:cNvSpPr>
          <p:nvPr/>
        </p:nvSpPr>
        <p:spPr>
          <a:xfrm xmlns:a="http://schemas.openxmlformats.org/drawingml/2006/main">
            <a:off x="11804968" y="6618706"/>
            <a:ext cx="252000" cy="14715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b="0" i="0">
                <a:solidFill>
                  <a:srgbClr val="000000"/>
                </a:solidFill>
                <a:latin typeface="Arial"/>
                <a:ea typeface="Arial"/>
                <a:cs typeface="Arial"/>
              </a:defRPr>
            </a:lvl1pPr>
          </a:lstStyle>
          <a:p xmlns:a="http://schemas.openxmlformats.org/drawingml/2006/main">
            <a:pPr lvl="0">
              <a:buNone/>
            </a:pPr>
            <a:fld id="{97C6C6C2-5EEE-4A86-82AB-262C0E1D77A4}" type="slidenum">
              <a:t>‹#›</a:t>
            </a:fld>
            <a:endParaRPr/>
          </a:p>
        </p:txBody>
      </p:sp>
      <p:pic>
        <p:nvPicPr>
          <p:cNvPr id="15" name="Picture 7"/>
          <p:cNvPicPr>
            <a:picLocks xmlns:a="http://schemas.openxmlformats.org/drawingml/2006/main" noChangeAspect="1"/>
          </p:cNvPicPr>
          <p:nvPr/>
        </p:nvPicPr>
        <p:blipFill>
          <a:blip xmlns:r="http://schemas.openxmlformats.org/officeDocument/2006/relationships" xmlns:a="http://schemas.openxmlformats.org/drawingml/2006/main" r:embed="Rc5d032eeedda421b"/>
          <a:stretch xmlns:a="http://schemas.openxmlformats.org/drawingml/2006/main">
            <a:fillRect l="0" t="0" r="0" b="0"/>
          </a:stretch>
        </p:blipFill>
        <p:spPr>
          <a:xfrm xmlns:a="http://schemas.openxmlformats.org/drawingml/2006/main">
            <a:off x="131465" y="6607350"/>
            <a:ext cx="629122" cy="169863"/>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Double Headline">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506C1543-7649-7A48-798B-EE411B858D7D}"/>
              </a:ext>
            </a:extLst>
          </p:cNvPr>
          <p:cNvSpPr>
            <a:spLocks xmlns:a="http://schemas.openxmlformats.org/drawingml/2006/main" noGrp="1"/>
          </p:cNvSpPr>
          <p:nvPr>
            <p:ph type="title" idx="0"/>
          </p:nvPr>
        </p:nvSpPr>
        <p:spPr>
          <a:xfrm xmlns:a="http://schemas.openxmlformats.org/drawingml/2006/main">
            <a:off x="263236" y="188912"/>
            <a:ext cx="11688619" cy="817425"/>
          </a:xfrm>
          <a:prstGeom xmlns:a="http://schemas.openxmlformats.org/drawingml/2006/main" prst="rect">
            <a:avLst/>
          </a:prstGeom>
        </p:spPr>
        <p:txBody>
          <a:bodyPr xmlns:a="http://schemas.openxmlformats.org/drawingml/2006/main" lIns="72000" tIns="0" rIns="72000" bIns="0" anchor="ctr"/>
          <a:lstStyle xmlns:a="http://schemas.openxmlformats.org/drawingml/2006/main">
            <a:lvl1pPr>
              <a:lnSpc>
                <a:spcPct val="100000"/>
              </a:lnSpc>
              <a:spcBef>
                <a:spcPts val="0"/>
              </a:spcBef>
              <a:buNone/>
              <a:defRPr sz="2800" spc="-20" baseline="0">
                <a:solidFill>
                  <a:srgbClr val="000000"/>
                </a:solidFill>
                <a:latin typeface="+mj-lt"/>
                <a:ea typeface="+mj-lt"/>
                <a:cs typeface="+mj-lt"/>
              </a:defRPr>
            </a:lvl1pPr>
          </a:lstStyle>
          <a:p xmlns:a="http://schemas.openxmlformats.org/drawingml/2006/main">
            <a:r>
              <a:t>Click to edit Master title style</a:t>
            </a:r>
          </a:p>
        </p:txBody>
      </p:sp>
      <p:sp>
        <p:nvSpPr>
          <p:cNvPr id="9" name="Text Placeholder 8">
            <a:extLst xmlns:a="http://schemas.openxmlformats.org/drawingml/2006/main">
              <a:ext uri="{FF2B5EF4-FFF2-40B4-BE49-F238E27FC236}">
                <a16:creationId xmlns:a16="http://schemas.microsoft.com/office/drawing/2014/main" id="{5E593419-7C6A-4FB5-94F2-427766E8B267}"/>
              </a:ext>
            </a:extLst>
          </p:cNvPr>
          <p:cNvSpPr>
            <a:spLocks xmlns:a="http://schemas.openxmlformats.org/drawingml/2006/main" noGrp="1"/>
          </p:cNvSpPr>
          <p:nvPr>
            <p:ph type="body" idx="10"/>
          </p:nvPr>
        </p:nvSpPr>
        <p:spPr>
          <a:xfrm xmlns:a="http://schemas.openxmlformats.org/drawingml/2006/main">
            <a:off x="263525" y="1030652"/>
            <a:ext cx="11688763" cy="388356"/>
          </a:xfrm>
          <a:prstGeom xmlns:a="http://schemas.openxmlformats.org/drawingml/2006/main" prst="rect">
            <a:avLst/>
          </a:prstGeom>
        </p:spPr>
        <p:txBody>
          <a:bodyPr xmlns:a="http://schemas.openxmlformats.org/drawingml/2006/main" lIns="72000" tIns="0" rIns="72000" bIns="0" anchor="t"/>
          <a:lstStyle xmlns:a="http://schemas.openxmlformats.org/drawingml/2006/main">
            <a:lvl1pPr marL="0" indent="0">
              <a:lnSpc>
                <a:spcPct val="100000"/>
              </a:lnSpc>
              <a:spcBef>
                <a:spcPts val="0"/>
              </a:spcBef>
              <a:buNone/>
              <a:defRPr sz="2000">
                <a:solidFill>
                  <a:schemeClr val="accent1"/>
                </a:solidFill>
                <a:latin typeface="+mj-lt"/>
                <a:ea typeface="+mj-lt"/>
                <a:cs typeface="+mj-lt"/>
              </a:defRPr>
            </a:lvl1pPr>
          </a:lstStyle>
          <a:p xmlns:a="http://schemas.openxmlformats.org/drawingml/2006/main">
            <a:pPr lvl="0">
              <a:buNone/>
            </a:pPr>
            <a:r>
              <a:t>Click to edit Master text styles</a:t>
            </a:r>
          </a:p>
        </p:txBody>
      </p:sp>
      <p:sp>
        <p:nvSpPr>
          <p:cNvPr id="6" name="TextBox 5">
            <a:extLst xmlns:a="http://schemas.openxmlformats.org/drawingml/2006/main">
              <a:ext uri="{FF2B5EF4-FFF2-40B4-BE49-F238E27FC236}">
                <a16:creationId xmlns:a16="http://schemas.microsoft.com/office/drawing/2014/main" id="{545BEC61-6C19-4EB9-AA1C-8A5AAB4F0923}"/>
              </a:ext>
            </a:extLst>
          </p:cNvPr>
          <p:cNvSpPr>
            <a:spLocks xmlns:a="http://schemas.openxmlformats.org/drawingml/2006/main" noGrp="1"/>
          </p:cNvSpPr>
          <p:nvPr/>
        </p:nvSpPr>
        <p:spPr>
          <a:xfrm xmlns:a="http://schemas.openxmlformats.org/drawingml/2006/main">
            <a:off x="11804968" y="6618706"/>
            <a:ext cx="252000" cy="14715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b="0" i="0">
                <a:solidFill>
                  <a:srgbClr val="000000"/>
                </a:solidFill>
                <a:latin typeface="Arial"/>
                <a:ea typeface="Arial"/>
                <a:cs typeface="Arial"/>
              </a:defRPr>
            </a:lvl1pPr>
          </a:lstStyle>
          <a:p xmlns:a="http://schemas.openxmlformats.org/drawingml/2006/main">
            <a:pPr lvl="0">
              <a:buNone/>
            </a:pPr>
            <a:fld id="{97C6C6C2-5EEE-4A86-82AB-262C0E1D77A4}" type="slidenum">
              <a:t>‹#›</a:t>
            </a:fld>
            <a:endParaRPr/>
          </a:p>
        </p:txBody>
      </p:sp>
      <p:pic>
        <p:nvPicPr>
          <p:cNvPr id="15" name="Picture 6"/>
          <p:cNvPicPr>
            <a:picLocks xmlns:a="http://schemas.openxmlformats.org/drawingml/2006/main" noChangeAspect="1"/>
          </p:cNvPicPr>
          <p:nvPr/>
        </p:nvPicPr>
        <p:blipFill>
          <a:blip xmlns:r="http://schemas.openxmlformats.org/officeDocument/2006/relationships" xmlns:a="http://schemas.openxmlformats.org/drawingml/2006/main" r:embed="R60e55d98d2d04e8a"/>
          <a:stretch xmlns:a="http://schemas.openxmlformats.org/drawingml/2006/main">
            <a:fillRect l="0" t="0" r="0" b="0"/>
          </a:stretch>
        </p:blipFill>
        <p:spPr>
          <a:xfrm xmlns:a="http://schemas.openxmlformats.org/drawingml/2006/main">
            <a:off x="131465" y="6607350"/>
            <a:ext cx="629122" cy="169863"/>
          </a:xfrm>
          <a:prstGeom xmlns:a="http://schemas.openxmlformats.org/drawingml/2006/main" prst="rect">
            <a:avLst/>
          </a:prstGeom>
        </p:spPr>
      </p:pic>
    </p:spTree>
  </p:cSld>
</p:sldLayout>
</file>

<file path=ppt/slideLayouts/slideLayout6.xml><?xml version="1.0" encoding="utf-8"?>
<p:sldLayout xmlns:p="http://schemas.openxmlformats.org/presentationml/2006/main" preserve="1" userDrawn="1">
  <p:cSld name="BLANK">
    <p:bg>
      <p:bgPr>
        <a:solidFill xmlns:a="http://schemas.openxmlformats.org/drawingml/2006/main">
          <a:schemeClr val="bg1"/>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4242867-7197-4B59-B38D-BE621B86B599}"/>
              </a:ext>
            </a:extLst>
          </p:cNvPr>
          <p:cNvSpPr>
            <a:spLocks xmlns:a="http://schemas.openxmlformats.org/drawingml/2006/main" noGrp="1"/>
          </p:cNvSpPr>
          <p:nvPr/>
        </p:nvSpPr>
        <p:spPr>
          <a:xfrm xmlns:a="http://schemas.openxmlformats.org/drawingml/2006/main">
            <a:off x="11846768" y="5374433"/>
            <a:ext cx="34523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endParaRPr/>
          </a:p>
        </p:txBody>
      </p:sp>
      <p:sp>
        <p:nvSpPr>
          <p:cNvPr id="5" name="TextBox 4">
            <a:extLst xmlns:a="http://schemas.openxmlformats.org/drawingml/2006/main">
              <a:ext uri="{FF2B5EF4-FFF2-40B4-BE49-F238E27FC236}">
                <a16:creationId xmlns:a16="http://schemas.microsoft.com/office/drawing/2014/main" id="{AC4B5BED-4E6C-41B5-839E-B3E763773A4A}"/>
              </a:ext>
            </a:extLst>
          </p:cNvPr>
          <p:cNvSpPr>
            <a:spLocks xmlns:a="http://schemas.openxmlformats.org/drawingml/2006/main" noGrp="1"/>
          </p:cNvSpPr>
          <p:nvPr/>
        </p:nvSpPr>
        <p:spPr>
          <a:xfrm xmlns:a="http://schemas.openxmlformats.org/drawingml/2006/main">
            <a:off x="11804968" y="6618706"/>
            <a:ext cx="252000" cy="14715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b="0" i="0">
                <a:solidFill>
                  <a:srgbClr val="000000"/>
                </a:solidFill>
                <a:latin typeface="Arial"/>
                <a:ea typeface="Arial"/>
                <a:cs typeface="Arial"/>
              </a:defRPr>
            </a:lvl1pPr>
          </a:lstStyle>
          <a:p xmlns:a="http://schemas.openxmlformats.org/drawingml/2006/main">
            <a:pPr lvl="0">
              <a:buNone/>
            </a:pPr>
            <a:fld id="{97C6C6C2-5EEE-4A86-82AB-262C0E1D77A4}" type="slidenum">
              <a:t>‹#›</a:t>
            </a:fld>
            <a:endParaRPr/>
          </a:p>
        </p:txBody>
      </p:sp>
      <p:pic>
        <p:nvPicPr>
          <p:cNvPr id="9" name="Picture 3"/>
          <p:cNvPicPr>
            <a:picLocks xmlns:a="http://schemas.openxmlformats.org/drawingml/2006/main" noChangeAspect="1"/>
          </p:cNvPicPr>
          <p:nvPr/>
        </p:nvPicPr>
        <p:blipFill>
          <a:blip xmlns:r="http://schemas.openxmlformats.org/officeDocument/2006/relationships" xmlns:a="http://schemas.openxmlformats.org/drawingml/2006/main" r:embed="R60c7603623054a28"/>
          <a:stretch xmlns:a="http://schemas.openxmlformats.org/drawingml/2006/main">
            <a:fillRect l="0" t="0" r="0" b="0"/>
          </a:stretch>
        </p:blipFill>
        <p:spPr>
          <a:xfrm xmlns:a="http://schemas.openxmlformats.org/drawingml/2006/main">
            <a:off x="131465" y="6607350"/>
            <a:ext cx="629122" cy="169863"/>
          </a:xfrm>
          <a:prstGeom xmlns:a="http://schemas.openxmlformats.org/drawingml/2006/main" prst="rect">
            <a:avLst/>
          </a:prstGeom>
        </p:spPr>
      </p:pic>
    </p:spTree>
  </p:cSld>
</p:sldLayout>
</file>

<file path=ppt/slideLayouts/slideLayout7.xml><?xml version="1.0" encoding="utf-8"?>
<p:sldLayout xmlns:p="http://schemas.openxmlformats.org/presentationml/2006/main" preserve="1" userDrawn="1">
  <p:cSld name="Business Challenges 1">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9A635D71-2DA6-59A4-DD9C-CF0F86E70B4B}"/>
              </a:ext>
            </a:extLst>
          </p:cNvPr>
          <p:cNvSpPr>
            <a:spLocks xmlns:a="http://schemas.openxmlformats.org/drawingml/2006/main" noGrp="1"/>
          </p:cNvSpPr>
          <p:nvPr/>
        </p:nvSpPr>
        <p:spPr>
          <a:xfrm xmlns:a="http://schemas.openxmlformats.org/drawingml/2006/main">
            <a:off x="11136313" y="6499224"/>
            <a:ext cx="305102" cy="16986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marL="0" algn="l" defTabSz="914400">
              <a:buNone/>
              <a:defRPr sz="1000" b="0" i="0" kern="1200">
                <a:solidFill>
                  <a:srgbClr val="0E1259"/>
                </a:solidFill>
                <a:latin typeface="Arial"/>
                <a:ea typeface="Arial"/>
                <a:cs typeface="Arial"/>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fld id="{2EFB222E-9F42-1743-96B9-B4398B4D272C}" type="slidenum">
              <a:t>‹#›</a:t>
            </a:fld>
            <a:endParaRPr/>
          </a:p>
        </p:txBody>
      </p:sp>
      <p:sp>
        <p:nvSpPr>
          <p:cNvPr id="4" name="TextBox 25">
            <a:extLst xmlns:a="http://schemas.openxmlformats.org/drawingml/2006/main">
              <a:ext uri="{FF2B5EF4-FFF2-40B4-BE49-F238E27FC236}">
                <a16:creationId xmlns:a16="http://schemas.microsoft.com/office/drawing/2014/main" id="{F30E7EF2-6F2F-ECCE-35A0-8229DCB2111D}"/>
              </a:ext>
            </a:extLst>
          </p:cNvPr>
          <p:cNvSpPr>
            <a:spLocks xmlns:a="http://schemas.openxmlformats.org/drawingml/2006/main" noGrp="1"/>
          </p:cNvSpPr>
          <p:nvPr/>
        </p:nvSpPr>
        <p:spPr>
          <a:xfrm xmlns:a="http://schemas.openxmlformats.org/drawingml/2006/main">
            <a:off x="298461" y="1349048"/>
            <a:ext cx="3661016"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4126">
              <a:lnSpc>
                <a:spcPct val="100000"/>
              </a:lnSpc>
              <a:spcBef>
                <a:spcPts val="0"/>
              </a:spcBef>
              <a:spcAft>
                <a:spcPts val="0"/>
              </a:spcAft>
              <a:buClrTx/>
              <a:buSzTx/>
              <a:buFontTx/>
              <a:buNone/>
            </a:pPr>
            <a:r>
              <a:rPr sz="1800" b="1" i="0" u="none" cap="none" spc="-20">
                <a:ln>
                  <a:noFill/>
                </a:ln>
                <a:solidFill>
                  <a:srgbClr val="002991"/>
                </a:solidFill>
                <a:latin typeface="Arial"/>
                <a:ea typeface="Arial"/>
                <a:cs typeface="Arial"/>
              </a:rPr>
              <a:t>Business Challenge</a:t>
            </a:r>
          </a:p>
        </p:txBody>
      </p:sp>
      <p:sp>
        <p:nvSpPr>
          <p:cNvPr id="5" name="Straight Connector 4">
            <a:extLst xmlns:a="http://schemas.openxmlformats.org/drawingml/2006/main">
              <a:ext uri="{FF2B5EF4-FFF2-40B4-BE49-F238E27FC236}">
                <a16:creationId xmlns:a16="http://schemas.microsoft.com/office/drawing/2014/main" id="{39C234EE-6450-47F1-A577-D458EB26A84B}"/>
              </a:ext>
            </a:extLst>
          </p:cNvPr>
          <p:cNvSpPr>
            <a:spLocks xmlns:a="http://schemas.openxmlformats.org/drawingml/2006/main" noGrp="1"/>
          </p:cNvSpPr>
          <p:nvPr/>
        </p:nvSpPr>
        <p:spPr>
          <a:xfrm xmlns:a="http://schemas.openxmlformats.org/drawingml/2006/main">
            <a:off x="325800" y="1739587"/>
            <a:ext cx="2976200"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Box 25">
            <a:extLst xmlns:a="http://schemas.openxmlformats.org/drawingml/2006/main">
              <a:ext uri="{FF2B5EF4-FFF2-40B4-BE49-F238E27FC236}">
                <a16:creationId xmlns:a16="http://schemas.microsoft.com/office/drawing/2014/main" id="{27F98CF0-353C-3234-CFED-2EFEE9ABBA4C}"/>
              </a:ext>
            </a:extLst>
          </p:cNvPr>
          <p:cNvSpPr>
            <a:spLocks xmlns:a="http://schemas.openxmlformats.org/drawingml/2006/main" noGrp="1"/>
          </p:cNvSpPr>
          <p:nvPr/>
        </p:nvSpPr>
        <p:spPr>
          <a:xfrm xmlns:a="http://schemas.openxmlformats.org/drawingml/2006/main">
            <a:off x="3826668" y="1361490"/>
            <a:ext cx="3755543"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4126">
              <a:lnSpc>
                <a:spcPct val="100000"/>
              </a:lnSpc>
              <a:spcBef>
                <a:spcPts val="0"/>
              </a:spcBef>
              <a:spcAft>
                <a:spcPts val="0"/>
              </a:spcAft>
              <a:buClrTx/>
              <a:buSzTx/>
              <a:buFontTx/>
              <a:buNone/>
            </a:pPr>
            <a:r>
              <a:rPr sz="1800" b="1" i="0" u="none" cap="none" spc="-20">
                <a:ln>
                  <a:noFill/>
                </a:ln>
                <a:solidFill>
                  <a:srgbClr val="002991"/>
                </a:solidFill>
                <a:latin typeface="Arial"/>
                <a:ea typeface="Arial"/>
                <a:cs typeface="Arial"/>
              </a:rPr>
              <a:t>Solution</a:t>
            </a:r>
          </a:p>
        </p:txBody>
      </p:sp>
      <p:sp>
        <p:nvSpPr>
          <p:cNvPr id="7" name="Straight Connector 6">
            <a:extLst xmlns:a="http://schemas.openxmlformats.org/drawingml/2006/main">
              <a:ext uri="{FF2B5EF4-FFF2-40B4-BE49-F238E27FC236}">
                <a16:creationId xmlns:a16="http://schemas.microsoft.com/office/drawing/2014/main" id="{982ED5C7-FD41-4D24-AB7B-D63F46E0297C}"/>
              </a:ext>
            </a:extLst>
          </p:cNvPr>
          <p:cNvSpPr>
            <a:spLocks xmlns:a="http://schemas.openxmlformats.org/drawingml/2006/main" noGrp="1"/>
          </p:cNvSpPr>
          <p:nvPr/>
        </p:nvSpPr>
        <p:spPr>
          <a:xfrm xmlns:a="http://schemas.openxmlformats.org/drawingml/2006/main">
            <a:off x="3824863" y="1739587"/>
            <a:ext cx="8001377"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 name="TextBox 25">
            <a:extLst xmlns:a="http://schemas.openxmlformats.org/drawingml/2006/main">
              <a:ext uri="{FF2B5EF4-FFF2-40B4-BE49-F238E27FC236}">
                <a16:creationId xmlns:a16="http://schemas.microsoft.com/office/drawing/2014/main" id="{5140DD40-97F7-92FE-3D03-B6DFA886582F}"/>
              </a:ext>
            </a:extLst>
          </p:cNvPr>
          <p:cNvSpPr>
            <a:spLocks xmlns:a="http://schemas.openxmlformats.org/drawingml/2006/main" noGrp="1"/>
          </p:cNvSpPr>
          <p:nvPr/>
        </p:nvSpPr>
        <p:spPr>
          <a:xfrm xmlns:a="http://schemas.openxmlformats.org/drawingml/2006/main">
            <a:off x="3826668" y="5129617"/>
            <a:ext cx="3755543"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4126">
              <a:lnSpc>
                <a:spcPct val="100000"/>
              </a:lnSpc>
              <a:spcBef>
                <a:spcPts val="0"/>
              </a:spcBef>
              <a:spcAft>
                <a:spcPts val="0"/>
              </a:spcAft>
              <a:buClrTx/>
              <a:buSzTx/>
              <a:buFontTx/>
              <a:buNone/>
            </a:pPr>
            <a:r>
              <a:rPr sz="1800" b="1" i="0" u="none" cap="none" spc="-20">
                <a:ln>
                  <a:noFill/>
                </a:ln>
                <a:solidFill>
                  <a:srgbClr val="002991"/>
                </a:solidFill>
                <a:latin typeface="Arial"/>
                <a:ea typeface="Arial"/>
                <a:cs typeface="Arial"/>
              </a:rPr>
              <a:t>Business Outcomes</a:t>
            </a:r>
          </a:p>
        </p:txBody>
      </p:sp>
      <p:sp>
        <p:nvSpPr>
          <p:cNvPr id="10" name="Title 9">
            <a:extLst xmlns:a="http://schemas.openxmlformats.org/drawingml/2006/main">
              <a:ext uri="{FF2B5EF4-FFF2-40B4-BE49-F238E27FC236}">
                <a16:creationId xmlns:a16="http://schemas.microsoft.com/office/drawing/2014/main" id="{879F3E93-96A4-479E-5B84-860BF7391C3C}"/>
              </a:ext>
            </a:extLst>
          </p:cNvPr>
          <p:cNvSpPr>
            <a:spLocks xmlns:a="http://schemas.openxmlformats.org/drawingml/2006/main" noGrp="1"/>
          </p:cNvSpPr>
          <p:nvPr>
            <p:ph type="title" idx="0"/>
          </p:nvPr>
        </p:nvSpPr>
        <p:spPr>
          <a:xfrm xmlns:a="http://schemas.openxmlformats.org/drawingml/2006/main">
            <a:off x="355600" y="368302"/>
            <a:ext cx="11464925" cy="1260475"/>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3000" spc="-20" baseline="0">
                <a:solidFill>
                  <a:srgbClr val="000000"/>
                </a:solidFill>
              </a:defRPr>
            </a:lvl1pPr>
          </a:lstStyle>
          <a:p xmlns:a="http://schemas.openxmlformats.org/drawingml/2006/main">
            <a:r>
              <a:rPr>
                <a:solidFill/>
              </a:rPr>
              <a:t>Click to edit Master title style</a:t>
            </a:r>
            <a:endParaRPr/>
          </a:p>
        </p:txBody>
      </p:sp>
      <p:sp>
        <p:nvSpPr>
          <p:cNvPr id="13" name="Straight Connector 12">
            <a:extLst xmlns:a="http://schemas.openxmlformats.org/drawingml/2006/main">
              <a:ext uri="{FF2B5EF4-FFF2-40B4-BE49-F238E27FC236}">
                <a16:creationId xmlns:a16="http://schemas.microsoft.com/office/drawing/2014/main" id="{A1BF23D1-F1C0-467B-829E-3DFBF78638EF}"/>
              </a:ext>
            </a:extLst>
          </p:cNvPr>
          <p:cNvSpPr>
            <a:spLocks xmlns:a="http://schemas.openxmlformats.org/drawingml/2006/main" noGrp="1"/>
          </p:cNvSpPr>
          <p:nvPr/>
        </p:nvSpPr>
        <p:spPr>
          <a:xfrm xmlns:a="http://schemas.openxmlformats.org/drawingml/2006/main">
            <a:off x="3824863" y="5511800"/>
            <a:ext cx="8001377" cy="0"/>
          </a:xfrm>
          <a:prstGeom xmlns:a="http://schemas.openxmlformats.org/drawingml/2006/main" prst="line">
            <a:avLst/>
          </a:prstGeom>
          <a:ln xmlns:a="http://schemas.openxmlformats.org/drawingml/2006/main" w="1270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e34691d6ca4b07" /><Relationship Type="http://schemas.openxmlformats.org/officeDocument/2006/relationships/slideLayout" Target="/ppt/slideLayouts/slideLayout1.xml" Id="R89aaf904a9f64f72" /><Relationship Type="http://schemas.openxmlformats.org/officeDocument/2006/relationships/slideLayout" Target="/ppt/slideLayouts/slideLayout2.xml" Id="Ra1ea950642d64d82" /><Relationship Type="http://schemas.openxmlformats.org/officeDocument/2006/relationships/slideLayout" Target="/ppt/slideLayouts/slideLayout3.xml" Id="Rdb29d8a6999c49b1" /><Relationship Type="http://schemas.openxmlformats.org/officeDocument/2006/relationships/slideLayout" Target="/ppt/slideLayouts/slideLayout4.xml" Id="R93db0f2c810b43a0" /><Relationship Type="http://schemas.openxmlformats.org/officeDocument/2006/relationships/slideLayout" Target="/ppt/slideLayouts/slideLayout5.xml" Id="Ra996421162774fb3" /><Relationship Type="http://schemas.openxmlformats.org/officeDocument/2006/relationships/slideLayout" Target="/ppt/slideLayouts/slideLayout6.xml" Id="R0f20e65aab944a9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e4c0e3ef74e4424" /><Relationship Type="http://schemas.openxmlformats.org/officeDocument/2006/relationships/slideLayout" Target="/ppt/slideLayouts/slideLayout7.xml" Id="R6a20a3ae2b6d4a72"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aaf904a9f64f72"/>
    <p:sldLayoutId xmlns:r="http://schemas.openxmlformats.org/officeDocument/2006/relationships" id="2147483650" r:id="Ra1ea950642d64d82"/>
    <p:sldLayoutId xmlns:r="http://schemas.openxmlformats.org/officeDocument/2006/relationships" id="2147483651" r:id="Rdb29d8a6999c49b1"/>
    <p:sldLayoutId xmlns:r="http://schemas.openxmlformats.org/officeDocument/2006/relationships" id="2147483652" r:id="R93db0f2c810b43a0"/>
    <p:sldLayoutId xmlns:r="http://schemas.openxmlformats.org/officeDocument/2006/relationships" id="2147483653" r:id="Ra996421162774fb3"/>
    <p:sldLayoutId xmlns:r="http://schemas.openxmlformats.org/officeDocument/2006/relationships" id="2147483654" r:id="R0f20e65aab944a9f"/>
  </p:sldLayoutIdLst>
  <p:hf hdr="0" ftr="0" dt="0"/>
  <p:txStyles>
    <p:titleStyle>
      <a:lvl1pPr xmlns:a="http://schemas.openxmlformats.org/drawingml/2006/main" algn="l" defTabSz="914400">
        <a:lnSpc>
          <a:spcPct val="100000"/>
        </a:lnSpc>
        <a:spcBef>
          <a:spcPct val="0"/>
        </a:spcBef>
        <a:buNone/>
        <a:defRPr sz="2400" b="0" i="0" kern="1200" spc="0" baseline="0">
          <a:solidFill>
            <a:schemeClr val="tx1"/>
          </a:solidFill>
          <a:latin typeface="Arial"/>
          <a:ea typeface="Arial"/>
          <a:cs typeface="Arial"/>
        </a:defRPr>
      </a:lvl1pPr>
    </p:titleStyle>
    <p:bodyStyle>
      <a:lvl1pPr xmlns:a="http://schemas.openxmlformats.org/drawingml/2006/main" marL="2286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1pPr>
      <a:lvl2pPr xmlns:a="http://schemas.openxmlformats.org/drawingml/2006/main" marL="6858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2pPr>
      <a:lvl3pPr xmlns:a="http://schemas.openxmlformats.org/drawingml/2006/main" marL="11430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3pPr>
      <a:lvl4pPr xmlns:a="http://schemas.openxmlformats.org/drawingml/2006/main" marL="16002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4pPr>
      <a:lvl5pPr xmlns:a="http://schemas.openxmlformats.org/drawingml/2006/main" marL="20574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4" orient="horz" pos="1570">
          <p15:clr>
            <a:srgbClr xmlns:a="http://schemas.openxmlformats.org/drawingml/2006/main" val="F26B43"/>
          </p15:clr>
        </p15:guide>
        <p15:guide id="16" orient="horz" pos="401">
          <p15:clr>
            <a:srgbClr xmlns:a="http://schemas.openxmlformats.org/drawingml/2006/main" val="F26B43"/>
          </p15:clr>
        </p15:guide>
        <p15:guide id="20" pos="219">
          <p15:clr>
            <a:srgbClr xmlns:a="http://schemas.openxmlformats.org/drawingml/2006/main" val="F26B43"/>
          </p15:clr>
        </p15:guide>
        <p15:guide id="21" orient="horz" pos="801">
          <p15:clr>
            <a:srgbClr xmlns:a="http://schemas.openxmlformats.org/drawingml/2006/main" val="F26B43"/>
          </p15:clr>
        </p15:guide>
        <p15:guide id="22" pos="7015">
          <p15:clr>
            <a:srgbClr xmlns:a="http://schemas.openxmlformats.org/drawingml/2006/main" val="F26B43"/>
          </p15:clr>
        </p15:guide>
        <p15:guide id="23" orient="horz" pos="4088">
          <p15:clr>
            <a:srgbClr xmlns:a="http://schemas.openxmlformats.org/drawingml/2006/main" val="F26B43"/>
          </p15:clr>
        </p15:guide>
        <p15:guide id="25" orient="horz" pos="119">
          <p15:clr>
            <a:srgbClr xmlns:a="http://schemas.openxmlformats.org/drawingml/2006/main" val="F26B43"/>
          </p15:clr>
        </p15:guide>
        <p15:guide id="27" orient="horz" pos="4201">
          <p15:clr>
            <a:srgbClr xmlns:a="http://schemas.openxmlformats.org/drawingml/2006/main" val="F26B43"/>
          </p15:clr>
        </p15:guide>
        <p15:guide id="32" orient="horz" pos="1026">
          <p15:clr>
            <a:srgbClr xmlns:a="http://schemas.openxmlformats.org/drawingml/2006/main" val="F26B43"/>
          </p15:clr>
        </p15:guide>
        <p15:guide id="35" pos="5201">
          <p15:clr>
            <a:srgbClr xmlns:a="http://schemas.openxmlformats.org/drawingml/2006/main" val="F26B43"/>
          </p15:clr>
        </p15:guide>
        <p15:guide id="36" pos="5428">
          <p15:clr>
            <a:srgbClr xmlns:a="http://schemas.openxmlformats.org/drawingml/2006/main" val="F26B43"/>
          </p15:clr>
        </p15:guide>
        <p15:guide id="38" pos="3386">
          <p15:clr>
            <a:srgbClr xmlns:a="http://schemas.openxmlformats.org/drawingml/2006/main" val="F26B43"/>
          </p15:clr>
        </p15:guide>
        <p15:guide id="39" pos="3160">
          <p15:clr>
            <a:srgbClr xmlns:a="http://schemas.openxmlformats.org/drawingml/2006/main" val="F26B43"/>
          </p15:clr>
        </p15:guide>
        <p15:guide id="41" pos="3840">
          <p15:clr>
            <a:srgbClr xmlns:a="http://schemas.openxmlformats.org/drawingml/2006/main" val="F26B43"/>
          </p15:clr>
        </p15:guide>
        <p15:guide id="42" pos="4067">
          <p15:clr>
            <a:srgbClr xmlns:a="http://schemas.openxmlformats.org/drawingml/2006/main" val="F26B43"/>
          </p15:clr>
        </p15:guide>
        <p15:guide id="43" orient="horz" pos="1275">
          <p15:clr>
            <a:srgbClr xmlns:a="http://schemas.openxmlformats.org/drawingml/2006/main" val="F26B43"/>
          </p15:clr>
        </p15:guide>
        <p15:guide id="44" pos="4747">
          <p15:clr>
            <a:srgbClr xmlns:a="http://schemas.openxmlformats.org/drawingml/2006/main" val="F26B43"/>
          </p15:clr>
        </p15:guide>
        <p15:guide id="45" pos="4520">
          <p15:clr>
            <a:srgbClr xmlns:a="http://schemas.openxmlformats.org/drawingml/2006/main" val="F26B43"/>
          </p15:clr>
        </p15:guide>
        <p15:guide id="46" pos="2706">
          <p15:clr>
            <a:srgbClr xmlns:a="http://schemas.openxmlformats.org/drawingml/2006/main" val="F26B43"/>
          </p15:clr>
        </p15:guide>
        <p15:guide id="47" pos="2479">
          <p15:clr>
            <a:srgbClr xmlns:a="http://schemas.openxmlformats.org/drawingml/2006/main" val="F26B43"/>
          </p15:clr>
        </p15:guide>
      </p15:sldGuideLst>
    </p:ext>
  </p:extLst>
</p:sldMaster>
</file>

<file path=ppt/slideMasters/slideMaster2.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Platshållare för bildnummer 5">
            <a:extLst xmlns:a="http://schemas.openxmlformats.org/drawingml/2006/main">
              <a:ext uri="{FF2B5EF4-FFF2-40B4-BE49-F238E27FC236}">
                <a16:creationId xmlns:a16="http://schemas.microsoft.com/office/drawing/2014/main" id="{F70BA994-9AA1-2442-9E40-6DDEEF7D1983}"/>
              </a:ext>
            </a:extLst>
          </p:cNvPr>
          <p:cNvSpPr>
            <a:spLocks xmlns:a="http://schemas.openxmlformats.org/drawingml/2006/main" noGrp="1"/>
          </p:cNvSpPr>
          <p:nvPr>
            <p:ph type="sldNum" idx="4"/>
          </p:nvPr>
        </p:nvSpPr>
        <p:spPr>
          <a:xfrm xmlns:a="http://schemas.openxmlformats.org/drawingml/2006/main">
            <a:off x="11136313" y="6499224"/>
            <a:ext cx="305102" cy="169863"/>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b="0" i="0">
                <a:solidFill>
                  <a:srgbClr val="0E1259"/>
                </a:solidFill>
                <a:latin typeface="Arial"/>
                <a:ea typeface="Arial"/>
                <a:cs typeface="Arial"/>
              </a:defRPr>
            </a:lvl1pPr>
          </a:lstStyle>
          <a:p xmlns:a="http://schemas.openxmlformats.org/drawingml/2006/main">
            <a:fld id="{2EFB222E-9F42-1743-96B9-B4398B4D272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6a20a3ae2b6d4a72"/>
  </p:sldLayoutIdLst>
  <p:hf hdr="0" ftr="0" dt="0"/>
  <p:txStyles>
    <p:titleStyle>
      <a:lvl1pPr xmlns:a="http://schemas.openxmlformats.org/drawingml/2006/main" algn="l" defTabSz="914400">
        <a:lnSpc>
          <a:spcPct val="100000"/>
        </a:lnSpc>
        <a:spcBef>
          <a:spcPct val="0"/>
        </a:spcBef>
        <a:buNone/>
        <a:defRPr sz="2400" b="0" i="0" kern="1200" spc="0" baseline="0">
          <a:solidFill>
            <a:schemeClr val="tx1"/>
          </a:solidFill>
          <a:latin typeface="Arial"/>
          <a:ea typeface="Arial"/>
          <a:cs typeface="Arial"/>
        </a:defRPr>
      </a:lvl1pPr>
    </p:titleStyle>
    <p:bodyStyle>
      <a:lvl1pPr xmlns:a="http://schemas.openxmlformats.org/drawingml/2006/main" marL="2286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1pPr>
      <a:lvl2pPr xmlns:a="http://schemas.openxmlformats.org/drawingml/2006/main" marL="6858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2pPr>
      <a:lvl3pPr xmlns:a="http://schemas.openxmlformats.org/drawingml/2006/main" marL="11430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3pPr>
      <a:lvl4pPr xmlns:a="http://schemas.openxmlformats.org/drawingml/2006/main" marL="16002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4pPr>
      <a:lvl5pPr xmlns:a="http://schemas.openxmlformats.org/drawingml/2006/main" marL="2057400" indent="-228600" algn="l" defTabSz="914400">
        <a:lnSpc>
          <a:spcPct val="130000"/>
        </a:lnSpc>
        <a:spcBef>
          <a:spcPts val="0"/>
        </a:spcBef>
        <a:buClr>
          <a:srgbClr val="C1002B"/>
        </a:buClr>
        <a:buFont typeface="Wingdings"/>
        <a:buChar char="§"/>
        <a:defRPr sz="1200" b="0" i="0" kern="1200">
          <a:solidFill>
            <a:schemeClr val="bg1">
              <a:lumMod val="25000"/>
            </a:schemeClr>
          </a:solidFill>
          <a:latin typeface="Arial"/>
          <a:ea typeface="Arial"/>
          <a:cs typeface="Arial"/>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4" orient="horz" pos="1570">
          <p15:clr>
            <a:srgbClr xmlns:a="http://schemas.openxmlformats.org/drawingml/2006/main" val="F26B43"/>
          </p15:clr>
        </p15:guide>
        <p15:guide id="16" orient="horz" pos="232">
          <p15:clr>
            <a:srgbClr xmlns:a="http://schemas.openxmlformats.org/drawingml/2006/main" val="F26B43"/>
          </p15:clr>
        </p15:guide>
        <p15:guide id="20" pos="438">
          <p15:clr>
            <a:srgbClr xmlns:a="http://schemas.openxmlformats.org/drawingml/2006/main" val="F26B43"/>
          </p15:clr>
        </p15:guide>
        <p15:guide id="21" orient="horz" pos="791">
          <p15:clr>
            <a:srgbClr xmlns:a="http://schemas.openxmlformats.org/drawingml/2006/main" val="F26B43"/>
          </p15:clr>
        </p15:guide>
        <p15:guide id="22" pos="7015">
          <p15:clr>
            <a:srgbClr xmlns:a="http://schemas.openxmlformats.org/drawingml/2006/main" val="F26B43"/>
          </p15:clr>
        </p15:guide>
        <p15:guide id="23" orient="horz" pos="4088">
          <p15:clr>
            <a:srgbClr xmlns:a="http://schemas.openxmlformats.org/drawingml/2006/main" val="F26B43"/>
          </p15:clr>
        </p15:guide>
        <p15:guide id="25" orient="horz" pos="119">
          <p15:clr>
            <a:srgbClr xmlns:a="http://schemas.openxmlformats.org/drawingml/2006/main" val="F26B43"/>
          </p15:clr>
        </p15:guide>
        <p15:guide id="27" orient="horz" pos="4201">
          <p15:clr>
            <a:srgbClr xmlns:a="http://schemas.openxmlformats.org/drawingml/2006/main" val="F26B43"/>
          </p15:clr>
        </p15:guide>
        <p15:guide id="32" orient="horz" pos="1026">
          <p15:clr>
            <a:srgbClr xmlns:a="http://schemas.openxmlformats.org/drawingml/2006/main" val="F26B43"/>
          </p15:clr>
        </p15:guide>
        <p15:guide id="35" pos="5201">
          <p15:clr>
            <a:srgbClr xmlns:a="http://schemas.openxmlformats.org/drawingml/2006/main" val="F26B43"/>
          </p15:clr>
        </p15:guide>
        <p15:guide id="36" pos="5428">
          <p15:clr>
            <a:srgbClr xmlns:a="http://schemas.openxmlformats.org/drawingml/2006/main" val="F26B43"/>
          </p15:clr>
        </p15:guide>
        <p15:guide id="38" pos="3386">
          <p15:clr>
            <a:srgbClr xmlns:a="http://schemas.openxmlformats.org/drawingml/2006/main" val="F26B43"/>
          </p15:clr>
        </p15:guide>
        <p15:guide id="39" pos="3160">
          <p15:clr>
            <a:srgbClr xmlns:a="http://schemas.openxmlformats.org/drawingml/2006/main" val="F26B43"/>
          </p15:clr>
        </p15:guide>
        <p15:guide id="41" pos="3840">
          <p15:clr>
            <a:srgbClr xmlns:a="http://schemas.openxmlformats.org/drawingml/2006/main" val="F26B43"/>
          </p15:clr>
        </p15:guide>
        <p15:guide id="42" pos="4067">
          <p15:clr>
            <a:srgbClr xmlns:a="http://schemas.openxmlformats.org/drawingml/2006/main" val="F26B43"/>
          </p15:clr>
        </p15:guide>
        <p15:guide id="43" orient="horz" pos="1275">
          <p15:clr>
            <a:srgbClr xmlns:a="http://schemas.openxmlformats.org/drawingml/2006/main" val="F26B43"/>
          </p15:clr>
        </p15:guide>
        <p15:guide id="44" pos="4747">
          <p15:clr>
            <a:srgbClr xmlns:a="http://schemas.openxmlformats.org/drawingml/2006/main" val="F26B43"/>
          </p15:clr>
        </p15:guide>
        <p15:guide id="45" pos="4520">
          <p15:clr>
            <a:srgbClr xmlns:a="http://schemas.openxmlformats.org/drawingml/2006/main" val="F26B43"/>
          </p15:clr>
        </p15:guide>
        <p15:guide id="46" pos="2706">
          <p15:clr>
            <a:srgbClr xmlns:a="http://schemas.openxmlformats.org/drawingml/2006/main" val="F26B43"/>
          </p15:clr>
        </p15:guide>
        <p15:guide id="47" pos="2479">
          <p15:clr>
            <a:srgbClr xmlns:a="http://schemas.openxmlformats.org/drawingml/2006/main" val="F26B43"/>
          </p15:clr>
        </p15:guide>
      </p15:sldGuideLst>
    </p:ext>
  </p:extLst>
</p:sldMaster>
</file>

<file path=ppt/slideMasters/theme/theme2.xml><?xml version="1.0" encoding="utf-8"?>
<a:theme xmlns:a="http://schemas.openxmlformats.org/drawingml/2006/main" name="4_Whit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Nova">
      <a:majorFont>
        <a:latin typeface="Arial Nova"/>
        <a:ea typeface=""/>
        <a:cs typeface=""/>
      </a:majorFont>
      <a:minorFont>
        <a:latin typeface="Arial Nova"/>
        <a:ea typeface=""/>
        <a:cs typeface=""/>
      </a:minorFont>
    </a:fontScheme>
    <a:fmtScheme name="Custom 2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eClerx-Corporate-PPT-Template - Org wid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2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6f6eb3e43ee640e5" /><Relationship Type="http://schemas.openxmlformats.org/officeDocument/2006/relationships/notesSlide" Target="/ppt/notesSlides/notesSlide1.xml" Id="R858f5eb2499c46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eeb453e95a4f4f6b" /><Relationship Type="http://schemas.openxmlformats.org/officeDocument/2006/relationships/image" Target="/ppt/media/image3.png" Id="Re057155c0e424a64" /><Relationship Type="http://schemas.openxmlformats.org/officeDocument/2006/relationships/notesSlide" Target="/ppt/notesSlides/notesSlide2.xml" Id="R8c9cc3078d8b43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33b1b88da47a43ea" /><Relationship Type="http://schemas.openxmlformats.org/officeDocument/2006/relationships/notesSlide" Target="/ppt/notesSlides/notesSlide3.xml" Id="R7e8b5005b54645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ea2e6ec49392467a" /><Relationship Type="http://schemas.openxmlformats.org/officeDocument/2006/relationships/notesSlide" Target="/ppt/notesSlides/notesSlide4.xml" Id="R8f88ffa8687f40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625d189a6c62458a" /><Relationship Type="http://schemas.openxmlformats.org/officeDocument/2006/relationships/image" Target="/ppt/media/image4.png" Id="Ref3eaa0ef0804379" /><Relationship Type="http://schemas.openxmlformats.org/officeDocument/2006/relationships/notesSlide" Target="/ppt/notesSlides/notesSlide5.xml" Id="R9641323ddc274e7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C0B7913-BC39-48E9-A7F7-8A7A971D0ABF}"/>
              </a:ext>
            </a:extLst>
          </p:cNvPr>
          <p:cNvSpPr>
            <a:spLocks xmlns:a="http://schemas.openxmlformats.org/drawingml/2006/main" noGrp="1"/>
          </p:cNvSpPr>
          <p:nvPr/>
        </p:nvSpPr>
        <p:spPr>
          <a:xfrm xmlns:a="http://schemas.openxmlformats.org/drawingml/2006/main">
            <a:off x="685800" y="2266950"/>
            <a:ext cx="809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00" b="1">
                <a:solidFill>
                  <a:srgbClr val="FFFFFF"/>
                </a:solidFill>
                <a:latin typeface="Arial Nova"/>
                <a:ea typeface="Arial Nova"/>
                <a:cs typeface="Arial Nova"/>
              </a:defRPr>
            </a:pPr>
            <a:r>
              <a:rPr sz="4200" b="1">
                <a:solidFill>
                  <a:srgbClr val="FFFFFF"/>
                </a:solidFill>
                <a:latin typeface="Arial Nova"/>
                <a:ea typeface="Arial Nova"/>
                <a:cs typeface="Arial Nova"/>
              </a:rPr>
              <a:t>CJA Segment Cleanup</a:t>
            </a:r>
          </a:p>
        </p:txBody>
      </p:sp>
      <p:sp>
        <p:nvSpPr>
          <p:cNvPr id="2" name="">
            <a:extLst xmlns:a="http://schemas.openxmlformats.org/drawingml/2006/main">
              <a:ext uri="{FF2B5EF4-FFF2-40B4-BE49-F238E27FC236}">
                <a16:creationId xmlns:a16="http://schemas.microsoft.com/office/drawing/2014/main" id="{9ECAB23B-F50D-4560-97F5-29991B3A8BC0}"/>
              </a:ext>
            </a:extLst>
          </p:cNvPr>
          <p:cNvSpPr>
            <a:spLocks xmlns:a="http://schemas.openxmlformats.org/drawingml/2006/main" noGrp="1"/>
          </p:cNvSpPr>
          <p:nvPr/>
        </p:nvSpPr>
        <p:spPr>
          <a:xfrm xmlns:a="http://schemas.openxmlformats.org/drawingml/2006/main">
            <a:off x="704850" y="32194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800">
                <a:solidFill>
                  <a:srgbClr val="DCE9FF"/>
                </a:solidFill>
                <a:latin typeface="Arial"/>
                <a:ea typeface="Arial"/>
                <a:cs typeface="Arial"/>
              </a:defRPr>
            </a:pPr>
            <a:r>
              <a:rPr sz="1800">
                <a:solidFill>
                  <a:srgbClr val="DCE9FF"/>
                </a:solidFill>
                <a:latin typeface="Arial"/>
                <a:ea typeface="Arial"/>
                <a:cs typeface="Arial"/>
              </a:rPr>
              <a:t>Automated duplicate and near-duplicate analysis for Adobe CJA segments</a:t>
            </a:r>
          </a:p>
        </p:txBody>
      </p:sp>
      <p:sp>
        <p:nvSpPr>
          <p:cNvPr id="3" name="">
            <a:extLst xmlns:a="http://schemas.openxmlformats.org/drawingml/2006/main">
              <a:ext uri="{FF2B5EF4-FFF2-40B4-BE49-F238E27FC236}">
                <a16:creationId xmlns:a16="http://schemas.microsoft.com/office/drawing/2014/main" id="{4BDCF9F8-C1BF-450A-BF44-88A93955F297}"/>
              </a:ext>
            </a:extLst>
          </p:cNvPr>
          <p:cNvSpPr>
            <a:spLocks xmlns:a="http://schemas.openxmlformats.org/drawingml/2006/main" noGrp="1"/>
          </p:cNvSpPr>
          <p:nvPr/>
        </p:nvSpPr>
        <p:spPr>
          <a:xfrm xmlns:a="http://schemas.openxmlformats.org/drawingml/2006/main">
            <a:off x="704850" y="61531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eClerx Digital</a:t>
            </a:r>
          </a:p>
        </p:txBody>
      </p:sp>
    </p:spTree>
    <p:extLst>
      <p:ext uri="{BB962C8B-B14F-4D97-AF65-F5344CB8AC3E}">
        <p14:creationId xmlns:p14="http://schemas.microsoft.com/office/powerpoint/2010/main" val="8044757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C5BF1D-D582-B7FF-B17A-0BF9F44ECD75}"/>
              </a:ext>
            </a:extLst>
          </p:cNvPr>
          <p:cNvSpPr>
            <a:spLocks xmlns:a="http://schemas.openxmlformats.org/drawingml/2006/main" noGrp="1"/>
          </p:cNvSpPr>
          <p:nvPr>
            <p:ph type="title" idx="0"/>
          </p:nvPr>
        </p:nvSpPr>
        <p:spPr>
          <a:xfrm xmlns:a="http://schemas.openxmlformats.org/drawingml/2006/main">
            <a:off x="263235" y="188912"/>
            <a:ext cx="11772000" cy="817425"/>
          </a:xfrm>
        </p:spPr>
        <p:txBody>
          <a:bodyPr xmlns:a="http://schemas.openxmlformats.org/drawingml/2006/main" vert="horz" lIns="0" tIns="0" rIns="0" bIns="0" anchor="t">
            <a:normAutofit fontScale="100000"/>
          </a:bodyPr>
          <a:lstStyle xmlns:a="http://schemas.openxmlformats.org/drawingml/2006/main"/>
          <a:p xmlns:a="http://schemas.openxmlformats.org/drawingml/2006/main">
            <a:pPr>
              <a:defRPr sz="2400">
                <a:latin typeface="Arial"/>
                <a:ea typeface="Arial"/>
                <a:cs typeface="Arial"/>
              </a:defRPr>
            </a:pPr>
            <a:r>
              <a:rPr sz="2400" b="1">
                <a:solidFill>
                  <a:srgbClr val="0078F0"/>
                </a:solidFill>
                <a:latin typeface="Arial"/>
                <a:ea typeface="Arial"/>
                <a:cs typeface="Arial"/>
              </a:rPr>
              <a:t>Accelerator name: CJA Segment Cleanup</a:t>
            </a:r>
          </a:p>
          <a:p xmlns:a="http://schemas.openxmlformats.org/drawingml/2006/main">
            <a:pPr>
              <a:defRPr sz="2400">
                <a:latin typeface="Arial"/>
                <a:ea typeface="Arial"/>
                <a:cs typeface="Arial"/>
              </a:defRPr>
            </a:pPr>
            <a:r>
              <a:rPr sz="2400">
                <a:solidFill>
                  <a:srgbClr val="111111"/>
                </a:solidFill>
                <a:latin typeface="Arial"/>
                <a:ea typeface="Arial"/>
                <a:cs typeface="Arial"/>
              </a:rPr>
              <a:t>Automated duplicate and near-duplicate analysis for Adobe CJA</a:t>
            </a:r>
          </a:p>
        </p:txBody>
      </p:sp>
      <p:sp>
        <p:nvSpPr>
          <p:cNvPr id="5" name="TextBox 25">
            <a:extLst xmlns:a="http://schemas.openxmlformats.org/drawingml/2006/main">
              <a:ext uri="{FF2B5EF4-FFF2-40B4-BE49-F238E27FC236}">
                <a16:creationId xmlns:a16="http://schemas.microsoft.com/office/drawing/2014/main" id="{B5229B87-1FCE-26A6-BB0A-EDF75ECD32B5}"/>
              </a:ext>
            </a:extLst>
          </p:cNvPr>
          <p:cNvSpPr>
            <a:spLocks xmlns:a="http://schemas.openxmlformats.org/drawingml/2006/main" noGrp="1"/>
          </p:cNvSpPr>
          <p:nvPr/>
        </p:nvSpPr>
        <p:spPr>
          <a:xfrm xmlns:a="http://schemas.openxmlformats.org/drawingml/2006/main">
            <a:off x="242992" y="955000"/>
            <a:ext cx="366006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Business Overview/Challenge</a:t>
            </a:r>
          </a:p>
        </p:txBody>
      </p:sp>
      <p:sp>
        <p:nvSpPr>
          <p:cNvPr id="6" name="Rectangle 5">
            <a:extLst xmlns:a="http://schemas.openxmlformats.org/drawingml/2006/main">
              <a:ext uri="{FF2B5EF4-FFF2-40B4-BE49-F238E27FC236}">
                <a16:creationId xmlns:a16="http://schemas.microsoft.com/office/drawing/2014/main" id="{8087E7B2-43FD-CF44-6A47-F8383E01BB39}"/>
              </a:ext>
            </a:extLst>
          </p:cNvPr>
          <p:cNvSpPr>
            <a:spLocks xmlns:a="http://schemas.openxmlformats.org/drawingml/2006/main" noGrp="1"/>
          </p:cNvSpPr>
          <p:nvPr/>
        </p:nvSpPr>
        <p:spPr>
          <a:xfrm xmlns:a="http://schemas.openxmlformats.org/drawingml/2006/main">
            <a:off x="242993" y="1337038"/>
            <a:ext cx="2880000" cy="2712720"/>
          </a:xfrm>
          <a:prstGeom xmlns:a="http://schemas.openxmlformats.org/drawingml/2006/main" prst="rect">
            <a:avLst/>
          </a:prstGeom>
        </p:spPr>
        <p:txBody>
          <a:bodyPr xmlns:a="http://schemas.openxmlformats.org/drawingml/2006/main" wrap="square" lIns="19050" tIns="19050" rIns="19050" bIns="19050" anchor="t">
            <a:normAutofit fontScale="100000"/>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Segments grow across teams and Data Views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Manual comparison takes time and varies by reviewer</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Names alone do not show matching logic</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Usage evidence is needed before cleanup</a:t>
            </a:r>
          </a:p>
        </p:txBody>
      </p:sp>
      <p:sp>
        <p:nvSpPr>
          <p:cNvPr id="7" name="Straight Connector 6">
            <a:extLst xmlns:a="http://schemas.openxmlformats.org/drawingml/2006/main">
              <a:ext uri="{FF2B5EF4-FFF2-40B4-BE49-F238E27FC236}">
                <a16:creationId xmlns:a16="http://schemas.microsoft.com/office/drawing/2014/main" id="{19718BDE-EBF2-424A-8886-9FFBF5BC6EC9}"/>
              </a:ext>
            </a:extLst>
          </p:cNvPr>
          <p:cNvSpPr>
            <a:spLocks xmlns:a="http://schemas.openxmlformats.org/drawingml/2006/main" noGrp="1"/>
          </p:cNvSpPr>
          <p:nvPr/>
        </p:nvSpPr>
        <p:spPr>
          <a:xfrm xmlns:a="http://schemas.openxmlformats.org/drawingml/2006/main">
            <a:off x="287499" y="1272956"/>
            <a:ext cx="288000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 name="TextBox 25">
            <a:extLst xmlns:a="http://schemas.openxmlformats.org/drawingml/2006/main">
              <a:ext uri="{FF2B5EF4-FFF2-40B4-BE49-F238E27FC236}">
                <a16:creationId xmlns:a16="http://schemas.microsoft.com/office/drawing/2014/main" id="{F3D00C18-0F3E-3E3E-F1A9-DA41F2AEF7A5}"/>
              </a:ext>
            </a:extLst>
          </p:cNvPr>
          <p:cNvSpPr>
            <a:spLocks xmlns:a="http://schemas.openxmlformats.org/drawingml/2006/main" noGrp="1"/>
          </p:cNvSpPr>
          <p:nvPr/>
        </p:nvSpPr>
        <p:spPr>
          <a:xfrm xmlns:a="http://schemas.openxmlformats.org/drawingml/2006/main">
            <a:off x="242991" y="2535976"/>
            <a:ext cx="366006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Technology Stack</a:t>
            </a:r>
          </a:p>
        </p:txBody>
      </p:sp>
      <p:sp>
        <p:nvSpPr>
          <p:cNvPr id="10" name="Straight Connector 9">
            <a:extLst xmlns:a="http://schemas.openxmlformats.org/drawingml/2006/main">
              <a:ext uri="{FF2B5EF4-FFF2-40B4-BE49-F238E27FC236}">
                <a16:creationId xmlns:a16="http://schemas.microsoft.com/office/drawing/2014/main" id="{44693C1E-37C6-4053-AEA6-93AF7569AE3B}"/>
              </a:ext>
            </a:extLst>
          </p:cNvPr>
          <p:cNvSpPr>
            <a:spLocks xmlns:a="http://schemas.openxmlformats.org/drawingml/2006/main" noGrp="1"/>
          </p:cNvSpPr>
          <p:nvPr/>
        </p:nvSpPr>
        <p:spPr>
          <a:xfrm xmlns:a="http://schemas.openxmlformats.org/drawingml/2006/main">
            <a:off x="332007" y="2864212"/>
            <a:ext cx="288000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F9D3CB38-A699-46D0-AE64-DDC2C2E8568E}"/>
              </a:ext>
            </a:extLst>
          </p:cNvPr>
          <p:cNvSpPr>
            <a:spLocks xmlns:a="http://schemas.openxmlformats.org/drawingml/2006/main" noGrp="1"/>
          </p:cNvSpPr>
          <p:nvPr/>
        </p:nvSpPr>
        <p:spPr>
          <a:xfrm xmlns:a="http://schemas.openxmlformats.org/drawingml/2006/main">
            <a:off x="242991" y="2921169"/>
            <a:ext cx="2880000" cy="2438400"/>
          </a:xfrm>
          <a:prstGeom xmlns:a="http://schemas.openxmlformats.org/drawingml/2006/main" prst="rect">
            <a:avLst/>
          </a:prstGeom>
        </p:spPr>
        <p:txBody>
          <a:bodyPr xmlns:a="http://schemas.openxmlformats.org/drawingml/2006/main" wrap="square" lIns="19050" tIns="19050" rIns="19050" bIns="19050" anchor="t">
            <a:normAutofit fontScale="100000"/>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Python and Flask</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Adobe CJA Data Views, Segments and Projects APIs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OAuth Server-to-Server authentication</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Local browser dashboard</a:t>
            </a:r>
          </a:p>
        </p:txBody>
      </p:sp>
      <p:sp>
        <p:nvSpPr>
          <p:cNvPr id="66" name="TextBox 25">
            <a:extLst xmlns:a="http://schemas.openxmlformats.org/drawingml/2006/main">
              <a:ext uri="{FF2B5EF4-FFF2-40B4-BE49-F238E27FC236}">
                <a16:creationId xmlns:a16="http://schemas.microsoft.com/office/drawing/2014/main" id="{F4083AC1-C436-AAE2-9C7C-D509545E064C}"/>
              </a:ext>
            </a:extLst>
          </p:cNvPr>
          <p:cNvSpPr>
            <a:spLocks xmlns:a="http://schemas.openxmlformats.org/drawingml/2006/main" noGrp="1"/>
          </p:cNvSpPr>
          <p:nvPr/>
        </p:nvSpPr>
        <p:spPr>
          <a:xfrm xmlns:a="http://schemas.openxmlformats.org/drawingml/2006/main">
            <a:off x="4121823" y="913174"/>
            <a:ext cx="4954175"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The eClerx Solution</a:t>
            </a:r>
          </a:p>
        </p:txBody>
      </p:sp>
      <p:sp>
        <p:nvSpPr>
          <p:cNvPr id="68" name="Straight Connector 67">
            <a:extLst xmlns:a="http://schemas.openxmlformats.org/drawingml/2006/main">
              <a:ext uri="{FF2B5EF4-FFF2-40B4-BE49-F238E27FC236}">
                <a16:creationId xmlns:a16="http://schemas.microsoft.com/office/drawing/2014/main" id="{4BFA997C-E834-4CB0-B19B-7C8A611B1784}"/>
              </a:ext>
            </a:extLst>
          </p:cNvPr>
          <p:cNvSpPr>
            <a:spLocks xmlns:a="http://schemas.openxmlformats.org/drawingml/2006/main" noGrp="1"/>
          </p:cNvSpPr>
          <p:nvPr/>
        </p:nvSpPr>
        <p:spPr>
          <a:xfrm xmlns:a="http://schemas.openxmlformats.org/drawingml/2006/main">
            <a:off x="4196615" y="1272956"/>
            <a:ext cx="707714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D720600A-5B82-4923-897A-1FA94041B05A}"/>
              </a:ext>
            </a:extLst>
          </p:cNvPr>
          <p:cNvSpPr>
            <a:spLocks xmlns:a="http://schemas.openxmlformats.org/drawingml/2006/main" noGrp="1"/>
          </p:cNvSpPr>
          <p:nvPr/>
        </p:nvSpPr>
        <p:spPr>
          <a:xfrm xmlns:a="http://schemas.openxmlformats.org/drawingml/2006/main" rot="0" flipH="0" flipV="0">
            <a:off x="4196615" y="5867964"/>
            <a:ext cx="2067842" cy="833215"/>
          </a:xfrm>
          <a:prstGeom xmlns:a="http://schemas.openxmlformats.org/drawingml/2006/main" prst="rect">
            <a:avLst/>
          </a:prstGeom>
        </p:spPr>
        <p:txBody>
          <a:bodyPr xmlns:a="http://schemas.openxmlformats.org/drawingml/2006/main" wrap="square" lIns="76200" tIns="76200" rIns="76200" bIns="38100" anchor="t">
            <a:normAutofit fontScale="100000"/>
          </a:bodyPr>
          <a:lstStyle xmlns:a="http://schemas.openxmlformats.org/drawingml/2006/main"/>
          <a:p xmlns:a="http://schemas.openxmlformats.org/drawingml/2006/main">
            <a:pPr>
              <a:defRPr sz="1125">
                <a:solidFill>
                  <a:srgbClr val="101828"/>
                </a:solidFill>
                <a:latin typeface="Arial"/>
                <a:ea typeface="Arial"/>
                <a:cs typeface="Arial"/>
              </a:defRPr>
            </a:pPr>
            <a:r>
              <a:rPr sz="1125" b="1">
                <a:solidFill>
                  <a:srgbClr val="101828"/>
                </a:solidFill>
                <a:latin typeface="Arial"/>
                <a:ea typeface="Arial"/>
                <a:cs typeface="Arial"/>
              </a:rPr>
              <a:t>Faster review</a:t>
            </a:r>
          </a:p>
          <a:p xmlns:a="http://schemas.openxmlformats.org/drawingml/2006/main">
            <a:pPr>
              <a:defRPr sz="1125">
                <a:solidFill>
                  <a:srgbClr val="101828"/>
                </a:solidFill>
                <a:latin typeface="Arial"/>
                <a:ea typeface="Arial"/>
                <a:cs typeface="Arial"/>
              </a:defRPr>
            </a:pPr>
            <a:r>
              <a:rPr sz="1125">
                <a:solidFill>
                  <a:srgbClr val="101828"/>
                </a:solidFill>
                <a:latin typeface="Arial"/>
                <a:ea typeface="Arial"/>
                <a:cs typeface="Arial"/>
              </a:rPr>
              <a:t>Automatic comparison replaces manual definition checks</a:t>
            </a:r>
          </a:p>
        </p:txBody>
      </p:sp>
      <p:sp>
        <p:nvSpPr>
          <p:cNvPr id="26" name="Rectangle 25">
            <a:extLst xmlns:a="http://schemas.openxmlformats.org/drawingml/2006/main">
              <a:ext uri="{FF2B5EF4-FFF2-40B4-BE49-F238E27FC236}">
                <a16:creationId xmlns:a16="http://schemas.microsoft.com/office/drawing/2014/main" id="{E67928F0-C27A-421A-A711-2A614E3B97FF}"/>
              </a:ext>
            </a:extLst>
          </p:cNvPr>
          <p:cNvSpPr>
            <a:spLocks xmlns:a="http://schemas.openxmlformats.org/drawingml/2006/main" noGrp="1"/>
          </p:cNvSpPr>
          <p:nvPr/>
        </p:nvSpPr>
        <p:spPr>
          <a:xfrm xmlns:a="http://schemas.openxmlformats.org/drawingml/2006/main" rot="0" flipH="0" flipV="0">
            <a:off x="6721390" y="5867964"/>
            <a:ext cx="2439630" cy="833214"/>
          </a:xfrm>
          <a:prstGeom xmlns:a="http://schemas.openxmlformats.org/drawingml/2006/main" prst="rect">
            <a:avLst/>
          </a:prstGeom>
        </p:spPr>
        <p:txBody>
          <a:bodyPr xmlns:a="http://schemas.openxmlformats.org/drawingml/2006/main" wrap="square" lIns="76200" tIns="76200" rIns="76200" bIns="38100" anchor="t">
            <a:normAutofit fontScale="100000"/>
          </a:bodyPr>
          <a:lstStyle xmlns:a="http://schemas.openxmlformats.org/drawingml/2006/main"/>
          <a:p xmlns:a="http://schemas.openxmlformats.org/drawingml/2006/main">
            <a:pPr>
              <a:defRPr sz="1125">
                <a:solidFill>
                  <a:srgbClr val="101828"/>
                </a:solidFill>
                <a:latin typeface="Arial"/>
                <a:ea typeface="Arial"/>
                <a:cs typeface="Arial"/>
              </a:defRPr>
            </a:pPr>
            <a:r>
              <a:rPr sz="1125" b="1">
                <a:solidFill>
                  <a:srgbClr val="101828"/>
                </a:solidFill>
                <a:latin typeface="Arial"/>
                <a:ea typeface="Arial"/>
                <a:cs typeface="Arial"/>
              </a:rPr>
              <a:t>Safer decisions</a:t>
            </a:r>
          </a:p>
          <a:p xmlns:a="http://schemas.openxmlformats.org/drawingml/2006/main">
            <a:pPr>
              <a:defRPr sz="1125">
                <a:solidFill>
                  <a:srgbClr val="101828"/>
                </a:solidFill>
                <a:latin typeface="Arial"/>
                <a:ea typeface="Arial"/>
                <a:cs typeface="Arial"/>
              </a:defRPr>
            </a:pPr>
            <a:r>
              <a:rPr sz="1125">
                <a:solidFill>
                  <a:srgbClr val="101828"/>
                </a:solidFill>
                <a:latin typeface="Arial"/>
                <a:ea typeface="Arial"/>
                <a:cs typeface="Arial"/>
              </a:rPr>
              <a:t>Usage counts support retain or retire review</a:t>
            </a:r>
          </a:p>
        </p:txBody>
      </p:sp>
      <p:sp>
        <p:nvSpPr>
          <p:cNvPr id="27" name="Rectangle 26">
            <a:extLst xmlns:a="http://schemas.openxmlformats.org/drawingml/2006/main">
              <a:ext uri="{FF2B5EF4-FFF2-40B4-BE49-F238E27FC236}">
                <a16:creationId xmlns:a16="http://schemas.microsoft.com/office/drawing/2014/main" id="{CA7EC66A-03A4-47F1-931C-AAAEBD0E72EF}"/>
              </a:ext>
            </a:extLst>
          </p:cNvPr>
          <p:cNvSpPr>
            <a:spLocks xmlns:a="http://schemas.openxmlformats.org/drawingml/2006/main" noGrp="1"/>
          </p:cNvSpPr>
          <p:nvPr/>
        </p:nvSpPr>
        <p:spPr>
          <a:xfrm xmlns:a="http://schemas.openxmlformats.org/drawingml/2006/main" rot="0" flipH="0" flipV="0">
            <a:off x="9617954" y="5867964"/>
            <a:ext cx="2100487" cy="724913"/>
          </a:xfrm>
          <a:prstGeom xmlns:a="http://schemas.openxmlformats.org/drawingml/2006/main" prst="rect">
            <a:avLst/>
          </a:prstGeom>
        </p:spPr>
        <p:txBody>
          <a:bodyPr xmlns:a="http://schemas.openxmlformats.org/drawingml/2006/main" wrap="square" lIns="76200" tIns="76200" rIns="76200" bIns="38100" anchor="t">
            <a:normAutofit fontScale="100000"/>
          </a:bodyPr>
          <a:lstStyle xmlns:a="http://schemas.openxmlformats.org/drawingml/2006/main"/>
          <a:p xmlns:a="http://schemas.openxmlformats.org/drawingml/2006/main">
            <a:pPr>
              <a:defRPr sz="1125">
                <a:solidFill>
                  <a:srgbClr val="101828"/>
                </a:solidFill>
                <a:latin typeface="Arial"/>
                <a:ea typeface="Arial"/>
                <a:cs typeface="Arial"/>
              </a:defRPr>
            </a:pPr>
            <a:r>
              <a:rPr sz="1125" b="1">
                <a:solidFill>
                  <a:srgbClr val="101828"/>
                </a:solidFill>
                <a:latin typeface="Arial"/>
                <a:ea typeface="Arial"/>
                <a:cs typeface="Arial"/>
              </a:rPr>
              <a:t>Clear governance</a:t>
            </a:r>
          </a:p>
          <a:p xmlns:a="http://schemas.openxmlformats.org/drawingml/2006/main">
            <a:pPr>
              <a:defRPr sz="1125">
                <a:solidFill>
                  <a:srgbClr val="101828"/>
                </a:solidFill>
                <a:latin typeface="Arial"/>
                <a:ea typeface="Arial"/>
                <a:cs typeface="Arial"/>
              </a:defRPr>
            </a:pPr>
            <a:r>
              <a:rPr sz="1125">
                <a:solidFill>
                  <a:srgbClr val="101828"/>
                </a:solidFill>
                <a:latin typeface="Arial"/>
                <a:ea typeface="Arial"/>
                <a:cs typeface="Arial"/>
              </a:rPr>
              <a:t>Grouped findings and exports provide an audit trail</a:t>
            </a:r>
          </a:p>
        </p:txBody>
      </p:sp>
      <p:sp>
        <p:nvSpPr>
          <p:cNvPr id="30" name="Straight Connector 29">
            <a:extLst xmlns:a="http://schemas.openxmlformats.org/drawingml/2006/main">
              <a:ext uri="{FF2B5EF4-FFF2-40B4-BE49-F238E27FC236}">
                <a16:creationId xmlns:a16="http://schemas.microsoft.com/office/drawing/2014/main" id="{B2E8B828-3393-4083-9B10-9AD82F88068C}"/>
              </a:ext>
            </a:extLst>
          </p:cNvPr>
          <p:cNvSpPr>
            <a:spLocks xmlns:a="http://schemas.openxmlformats.org/drawingml/2006/main" noGrp="1"/>
          </p:cNvSpPr>
          <p:nvPr/>
        </p:nvSpPr>
        <p:spPr>
          <a:xfrm xmlns:a="http://schemas.openxmlformats.org/drawingml/2006/main" rot="0" flipH="0" flipV="0">
            <a:off x="6618426" y="5867319"/>
            <a:ext cx="0" cy="725558"/>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1" name="Straight Connector 30">
            <a:extLst xmlns:a="http://schemas.openxmlformats.org/drawingml/2006/main">
              <a:ext uri="{FF2B5EF4-FFF2-40B4-BE49-F238E27FC236}">
                <a16:creationId xmlns:a16="http://schemas.microsoft.com/office/drawing/2014/main" id="{785D5F3D-BA90-4AAE-BB40-771E64BE4508}"/>
              </a:ext>
            </a:extLst>
          </p:cNvPr>
          <p:cNvSpPr>
            <a:spLocks xmlns:a="http://schemas.openxmlformats.org/drawingml/2006/main" noGrp="1"/>
          </p:cNvSpPr>
          <p:nvPr/>
        </p:nvSpPr>
        <p:spPr>
          <a:xfrm xmlns:a="http://schemas.openxmlformats.org/drawingml/2006/main" rot="0" flipH="0" flipV="0">
            <a:off x="9560965" y="5867319"/>
            <a:ext cx="0" cy="725558"/>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Straight Connector 31">
            <a:extLst xmlns:a="http://schemas.openxmlformats.org/drawingml/2006/main">
              <a:ext uri="{FF2B5EF4-FFF2-40B4-BE49-F238E27FC236}">
                <a16:creationId xmlns:a16="http://schemas.microsoft.com/office/drawing/2014/main" id="{B4BFDFBD-FCF8-416B-84BD-251B67C78EDE}"/>
              </a:ext>
            </a:extLst>
          </p:cNvPr>
          <p:cNvSpPr>
            <a:spLocks xmlns:a="http://schemas.openxmlformats.org/drawingml/2006/main" noGrp="1"/>
          </p:cNvSpPr>
          <p:nvPr/>
        </p:nvSpPr>
        <p:spPr>
          <a:xfrm xmlns:a="http://schemas.openxmlformats.org/drawingml/2006/main" rot="0" flipH="0" flipV="0">
            <a:off x="11947413" y="5867319"/>
            <a:ext cx="0" cy="725558"/>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2" name="TextBox 25">
            <a:extLst xmlns:a="http://schemas.openxmlformats.org/drawingml/2006/main">
              <a:ext uri="{FF2B5EF4-FFF2-40B4-BE49-F238E27FC236}">
                <a16:creationId xmlns:a16="http://schemas.microsoft.com/office/drawing/2014/main" id="{14CD1113-AA67-4F7A-9BE3-FEC58CEFC92E}"/>
              </a:ext>
            </a:extLst>
          </p:cNvPr>
          <p:cNvSpPr>
            <a:spLocks xmlns:a="http://schemas.openxmlformats.org/drawingml/2006/main" noGrp="1"/>
          </p:cNvSpPr>
          <p:nvPr/>
        </p:nvSpPr>
        <p:spPr>
          <a:xfrm xmlns:a="http://schemas.openxmlformats.org/drawingml/2006/main">
            <a:off x="4144574" y="5318436"/>
            <a:ext cx="366006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Business Outcomes</a:t>
            </a:r>
          </a:p>
        </p:txBody>
      </p:sp>
      <p:sp>
        <p:nvSpPr>
          <p:cNvPr id="47" name="Straight Connector 46">
            <a:extLst xmlns:a="http://schemas.openxmlformats.org/drawingml/2006/main">
              <a:ext uri="{FF2B5EF4-FFF2-40B4-BE49-F238E27FC236}">
                <a16:creationId xmlns:a16="http://schemas.microsoft.com/office/drawing/2014/main" id="{582C130F-9A07-41DE-97EC-CC3A54C45113}"/>
              </a:ext>
            </a:extLst>
          </p:cNvPr>
          <p:cNvSpPr>
            <a:spLocks xmlns:a="http://schemas.openxmlformats.org/drawingml/2006/main" noGrp="1"/>
          </p:cNvSpPr>
          <p:nvPr/>
        </p:nvSpPr>
        <p:spPr>
          <a:xfrm xmlns:a="http://schemas.openxmlformats.org/drawingml/2006/main">
            <a:off x="4196615" y="5626213"/>
            <a:ext cx="7685390" cy="5025"/>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8" name="TextBox 25">
            <a:extLst xmlns:a="http://schemas.openxmlformats.org/drawingml/2006/main">
              <a:ext uri="{FF2B5EF4-FFF2-40B4-BE49-F238E27FC236}">
                <a16:creationId xmlns:a16="http://schemas.microsoft.com/office/drawing/2014/main" id="{C1157F06-12C0-4F4A-AB5D-67DDC6ADC81E}"/>
              </a:ext>
            </a:extLst>
          </p:cNvPr>
          <p:cNvSpPr>
            <a:spLocks xmlns:a="http://schemas.openxmlformats.org/drawingml/2006/main" noGrp="1"/>
          </p:cNvSpPr>
          <p:nvPr/>
        </p:nvSpPr>
        <p:spPr>
          <a:xfrm xmlns:a="http://schemas.openxmlformats.org/drawingml/2006/main">
            <a:off x="242992" y="3957313"/>
            <a:ext cx="2124824"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Key Capabilities</a:t>
            </a:r>
          </a:p>
        </p:txBody>
      </p:sp>
      <p:sp>
        <p:nvSpPr>
          <p:cNvPr id="49" name="Straight Connector 48">
            <a:extLst xmlns:a="http://schemas.openxmlformats.org/drawingml/2006/main">
              <a:ext uri="{FF2B5EF4-FFF2-40B4-BE49-F238E27FC236}">
                <a16:creationId xmlns:a16="http://schemas.microsoft.com/office/drawing/2014/main" id="{2A8D736A-14B3-4508-8B8F-7925A05CE5C3}"/>
              </a:ext>
            </a:extLst>
          </p:cNvPr>
          <p:cNvSpPr>
            <a:spLocks xmlns:a="http://schemas.openxmlformats.org/drawingml/2006/main" noGrp="1"/>
          </p:cNvSpPr>
          <p:nvPr/>
        </p:nvSpPr>
        <p:spPr>
          <a:xfrm xmlns:a="http://schemas.openxmlformats.org/drawingml/2006/main">
            <a:off x="332007" y="4285549"/>
            <a:ext cx="288000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0" name="Rectangle 49">
            <a:extLst xmlns:a="http://schemas.openxmlformats.org/drawingml/2006/main">
              <a:ext uri="{FF2B5EF4-FFF2-40B4-BE49-F238E27FC236}">
                <a16:creationId xmlns:a16="http://schemas.microsoft.com/office/drawing/2014/main" id="{5ABC3171-4572-464C-B09F-3223FB0A9CDB}"/>
              </a:ext>
            </a:extLst>
          </p:cNvPr>
          <p:cNvSpPr>
            <a:spLocks xmlns:a="http://schemas.openxmlformats.org/drawingml/2006/main" noGrp="1"/>
          </p:cNvSpPr>
          <p:nvPr/>
        </p:nvSpPr>
        <p:spPr>
          <a:xfrm xmlns:a="http://schemas.openxmlformats.org/drawingml/2006/main">
            <a:off x="242991" y="4342506"/>
            <a:ext cx="2880000" cy="2438400"/>
          </a:xfrm>
          <a:prstGeom xmlns:a="http://schemas.openxmlformats.org/drawingml/2006/main" prst="rect">
            <a:avLst/>
          </a:prstGeom>
        </p:spPr>
        <p:txBody>
          <a:bodyPr xmlns:a="http://schemas.openxmlformats.org/drawingml/2006/main" wrap="square" lIns="19050" tIns="19050" rIns="19050" bIns="19050" anchor="t">
            <a:normAutofit fontScale="100000"/>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Exact and near-duplicate detection</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Definition normalisation and similarity score</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Usage-aware groups and recommendations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Search, pagination and CSV or Excel export</a:t>
            </a:r>
          </a:p>
        </p:txBody>
      </p:sp>
      <p:sp>
        <p:nvSpPr>
          <p:cNvPr id="9" name="Rectangle 8">
            <a:extLst xmlns:a="http://schemas.openxmlformats.org/drawingml/2006/main">
              <a:ext uri="{FF2B5EF4-FFF2-40B4-BE49-F238E27FC236}">
                <a16:creationId xmlns:a16="http://schemas.microsoft.com/office/drawing/2014/main" id="{37CE61C6-6754-4835-81B0-5FCF23048A97}"/>
              </a:ext>
            </a:extLst>
          </p:cNvPr>
          <p:cNvSpPr>
            <a:spLocks xmlns:a="http://schemas.openxmlformats.org/drawingml/2006/main" noGrp="1"/>
          </p:cNvSpPr>
          <p:nvPr/>
        </p:nvSpPr>
        <p:spPr>
          <a:xfrm xmlns:a="http://schemas.openxmlformats.org/drawingml/2006/main">
            <a:off x="4196615" y="1445623"/>
            <a:ext cx="7429328" cy="3448609"/>
          </a:xfrm>
          <a:prstGeom xmlns:a="http://schemas.openxmlformats.org/drawingml/2006/main" prst="rect">
            <a:avLst/>
          </a:prstGeom>
          <a:solidFill xmlns:a="http://schemas.openxmlformats.org/drawingml/2006/main">
            <a:srgbClr val="F7F9FC"/>
          </a:solidFill>
          <a:ln xmlns:a="http://schemas.openxmlformats.org/drawingml/2006/main" w="9525">
            <a:solidFill>
              <a:srgbClr val="AAB7C4"/>
            </a:solid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400">
                <a:solidFill>
                  <a:sysClr val="windowText" lastClr="000000"/>
                </a:solidFill>
              </a:rPr>
              <a:t/>
            </a:r>
          </a:p>
        </p:txBody>
      </p:sp>
      <p:sp>
        <p:nvSpPr>
          <p:cNvPr id="51" name="TextBox 25">
            <a:extLst xmlns:a="http://schemas.openxmlformats.org/drawingml/2006/main">
              <a:ext uri="{FF2B5EF4-FFF2-40B4-BE49-F238E27FC236}">
                <a16:creationId xmlns:a16="http://schemas.microsoft.com/office/drawing/2014/main" id="{FB97FBC2-D961-4F5F-BDA7-68308F2F0D86}"/>
              </a:ext>
            </a:extLst>
          </p:cNvPr>
          <p:cNvSpPr>
            <a:spLocks xmlns:a="http://schemas.openxmlformats.org/drawingml/2006/main" noGrp="1"/>
          </p:cNvSpPr>
          <p:nvPr/>
        </p:nvSpPr>
        <p:spPr>
          <a:xfrm xmlns:a="http://schemas.openxmlformats.org/drawingml/2006/main">
            <a:off x="263236" y="5318436"/>
            <a:ext cx="2124824"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l" defTabSz="913852">
              <a:lnSpc>
                <a:spcPct val="100000"/>
              </a:lnSpc>
              <a:spcBef>
                <a:spcPts val="0"/>
              </a:spcBef>
              <a:spcAft>
                <a:spcPts val="0"/>
              </a:spcAft>
              <a:buClrTx/>
              <a:buSzTx/>
              <a:buFontTx/>
              <a:buNone/>
            </a:pPr>
            <a:r>
              <a:rPr sz="1400" b="1" i="0" u="none" cap="none" spc="-20">
                <a:ln>
                  <a:noFill/>
                </a:ln>
                <a:solidFill>
                  <a:srgbClr val="007BFF"/>
                </a:solidFill>
                <a:latin typeface="Arial Nova"/>
                <a:ea typeface="Arial Nova"/>
                <a:cs typeface="Arial Nova"/>
              </a:rPr>
              <a:t>Deployment</a:t>
            </a:r>
          </a:p>
        </p:txBody>
      </p:sp>
      <p:sp>
        <p:nvSpPr>
          <p:cNvPr id="52" name="Straight Connector 51">
            <a:extLst xmlns:a="http://schemas.openxmlformats.org/drawingml/2006/main">
              <a:ext uri="{FF2B5EF4-FFF2-40B4-BE49-F238E27FC236}">
                <a16:creationId xmlns:a16="http://schemas.microsoft.com/office/drawing/2014/main" id="{9B364372-7CC4-41A4-BA9E-EA9BDAF20BB5}"/>
              </a:ext>
            </a:extLst>
          </p:cNvPr>
          <p:cNvSpPr>
            <a:spLocks xmlns:a="http://schemas.openxmlformats.org/drawingml/2006/main" noGrp="1"/>
          </p:cNvSpPr>
          <p:nvPr/>
        </p:nvSpPr>
        <p:spPr>
          <a:xfrm xmlns:a="http://schemas.openxmlformats.org/drawingml/2006/main">
            <a:off x="352251" y="5646672"/>
            <a:ext cx="2880000" cy="0"/>
          </a:xfrm>
          <a:prstGeom xmlns:a="http://schemas.openxmlformats.org/drawingml/2006/main" prst="line">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3" name="Rectangle 52">
            <a:extLst xmlns:a="http://schemas.openxmlformats.org/drawingml/2006/main">
              <a:ext uri="{FF2B5EF4-FFF2-40B4-BE49-F238E27FC236}">
                <a16:creationId xmlns:a16="http://schemas.microsoft.com/office/drawing/2014/main" id="{FFC07BE4-0DBD-4E25-B908-797E4F3C133E}"/>
              </a:ext>
            </a:extLst>
          </p:cNvPr>
          <p:cNvSpPr>
            <a:spLocks xmlns:a="http://schemas.openxmlformats.org/drawingml/2006/main" noGrp="1"/>
          </p:cNvSpPr>
          <p:nvPr/>
        </p:nvSpPr>
        <p:spPr>
          <a:xfrm xmlns:a="http://schemas.openxmlformats.org/drawingml/2006/main">
            <a:off x="263234" y="5703629"/>
            <a:ext cx="3192231" cy="1838960"/>
          </a:xfrm>
          <a:prstGeom xmlns:a="http://schemas.openxmlformats.org/drawingml/2006/main" prst="rect">
            <a:avLst/>
          </a:prstGeom>
        </p:spPr>
        <p:txBody>
          <a:bodyPr xmlns:a="http://schemas.openxmlformats.org/drawingml/2006/main" wrap="square" lIns="19050" tIns="19050" rIns="19050" bIns="19050" anchor="t">
            <a:normAutofit fontScale="100000"/>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Runs on a local desktop or server</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Read-only Adobe CJA API access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Credentials stay in the environment file</a:t>
            </a:r>
          </a:p>
        </p:txBody>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e057155c0e424a64"/>
          <a:srcRect xmlns:a="http://schemas.openxmlformats.org/drawingml/2006/main" l="0" t="17247" r="0" b="17247"/>
          <a:stretch xmlns:a="http://schemas.openxmlformats.org/drawingml/2006/main">
            <a:fillRect l="0" t="0" r="0" b="0"/>
          </a:stretch>
        </p:blipFill>
        <p:spPr>
          <a:xfrm xmlns:a="http://schemas.openxmlformats.org/drawingml/2006/main">
            <a:off x="4267200" y="1504950"/>
            <a:ext cx="7286625" cy="3314700"/>
          </a:xfrm>
          <a:prstGeom xmlns:a="http://schemas.openxmlformats.org/drawingml/2006/main" prst="rect">
            <a:avLst/>
          </a:prstGeom>
        </p:spPr>
      </p:pic>
    </p:spTree>
    <p:extLst>
      <p:ext uri="{BB962C8B-B14F-4D97-AF65-F5344CB8AC3E}">
        <p14:creationId xmlns:p14="http://schemas.microsoft.com/office/powerpoint/2010/main" val="26981526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FE93AFB-328C-4459-8AA2-84B39EABA250}"/>
              </a:ext>
            </a:extLst>
          </p:cNvPr>
          <p:cNvSpPr>
            <a:spLocks xmlns:a="http://schemas.openxmlformats.org/drawingml/2006/main" noGrp="1"/>
          </p:cNvSpPr>
          <p:nvPr/>
        </p:nvSpPr>
        <p:spPr>
          <a:xfrm xmlns:a="http://schemas.openxmlformats.org/drawingml/2006/main">
            <a:off x="266700" y="190500"/>
            <a:ext cx="11620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400">
                <a:solidFill>
                  <a:srgbClr val="101828"/>
                </a:solidFill>
                <a:latin typeface="Arial"/>
                <a:ea typeface="Arial"/>
                <a:cs typeface="Arial"/>
              </a:defRPr>
            </a:pPr>
            <a:r>
              <a:rPr sz="2400" b="1">
                <a:solidFill>
                  <a:srgbClr val="101828"/>
                </a:solidFill>
                <a:latin typeface="Arial"/>
                <a:ea typeface="Arial"/>
                <a:cs typeface="Arial"/>
              </a:rPr>
              <a:t>Accelerator name: CJA Segment Cleanup</a:t>
            </a:r>
          </a:p>
          <a:p xmlns:a="http://schemas.openxmlformats.org/drawingml/2006/main">
            <a:pPr>
              <a:defRPr sz="2400">
                <a:solidFill>
                  <a:srgbClr val="101828"/>
                </a:solidFill>
                <a:latin typeface="Arial"/>
                <a:ea typeface="Arial"/>
                <a:cs typeface="Arial"/>
              </a:defRPr>
            </a:pPr>
            <a:r>
              <a:rPr sz="2400">
                <a:solidFill>
                  <a:srgbClr val="101828"/>
                </a:solidFill>
                <a:latin typeface="Arial"/>
                <a:ea typeface="Arial"/>
                <a:cs typeface="Arial"/>
              </a:rPr>
              <a:t>Concept flow and similarity classification</a:t>
            </a:r>
          </a:p>
        </p:txBody>
      </p:sp>
      <p:sp>
        <p:nvSpPr>
          <p:cNvPr id="2" name="">
            <a:extLst xmlns:a="http://schemas.openxmlformats.org/drawingml/2006/main">
              <a:ext uri="{FF2B5EF4-FFF2-40B4-BE49-F238E27FC236}">
                <a16:creationId xmlns:a16="http://schemas.microsoft.com/office/drawing/2014/main" id="{FE118D9A-3A5E-4F8F-BF60-E3035BBD4723}"/>
              </a:ext>
            </a:extLst>
          </p:cNvPr>
          <p:cNvSpPr>
            <a:spLocks xmlns:a="http://schemas.openxmlformats.org/drawingml/2006/main" noGrp="1"/>
          </p:cNvSpPr>
          <p:nvPr/>
        </p:nvSpPr>
        <p:spPr>
          <a:xfrm xmlns:a="http://schemas.openxmlformats.org/drawingml/2006/main">
            <a:off x="333375" y="1028700"/>
            <a:ext cx="290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Business Overview/Challenge</a:t>
            </a:r>
          </a:p>
        </p:txBody>
      </p:sp>
      <p:sp>
        <p:nvSpPr>
          <p:cNvPr id="3" name="">
            <a:extLst xmlns:a="http://schemas.openxmlformats.org/drawingml/2006/main">
              <a:ext uri="{FF2B5EF4-FFF2-40B4-BE49-F238E27FC236}">
                <a16:creationId xmlns:a16="http://schemas.microsoft.com/office/drawing/2014/main" id="{E9F43838-B15A-469D-B7CB-088817B42F45}"/>
              </a:ext>
            </a:extLst>
          </p:cNvPr>
          <p:cNvSpPr>
            <a:spLocks xmlns:a="http://schemas.openxmlformats.org/drawingml/2006/main" noGrp="1"/>
          </p:cNvSpPr>
          <p:nvPr/>
        </p:nvSpPr>
        <p:spPr>
          <a:xfrm xmlns:a="http://schemas.openxmlformats.org/drawingml/2006/main">
            <a:off x="333375" y="1295400"/>
            <a:ext cx="2905125" cy="0"/>
          </a:xfrm>
          <a:prstGeom xmlns:a="http://schemas.openxmlformats.org/drawingml/2006/main" prst="line">
            <a:avLst/>
          </a:prstGeom>
          <a:ln xmlns:a="http://schemas.openxmlformats.org/drawingml/2006/main" w="11430">
            <a:solidFill>
              <a:srgbClr val="1B2A78"/>
            </a:solidFill>
            <a:prstDash val="solid"/>
          </a:ln>
        </p:spPr>
      </p:sp>
      <p:sp>
        <p:nvSpPr>
          <p:cNvPr id="4" name="">
            <a:extLst xmlns:a="http://schemas.openxmlformats.org/drawingml/2006/main">
              <a:ext uri="{FF2B5EF4-FFF2-40B4-BE49-F238E27FC236}">
                <a16:creationId xmlns:a16="http://schemas.microsoft.com/office/drawing/2014/main" id="{39F92B09-6988-4080-A146-5966658BFA87}"/>
              </a:ext>
            </a:extLst>
          </p:cNvPr>
          <p:cNvSpPr>
            <a:spLocks xmlns:a="http://schemas.openxmlformats.org/drawingml/2006/main" noGrp="1"/>
          </p:cNvSpPr>
          <p:nvPr/>
        </p:nvSpPr>
        <p:spPr>
          <a:xfrm xmlns:a="http://schemas.openxmlformats.org/drawingml/2006/main">
            <a:off x="333375" y="1352550"/>
            <a:ext cx="2905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rmAutofit fontScale="97656"/>
          </a:bodyPr>
          <a:lstStyle xmlns:a="http://schemas.openxmlformats.org/drawingml/2006/main"/>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Segments grow across teams and Data Views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Manual comparison takes time and varies by reviewer</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Names alone do not show matching logic</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Usage evidence is needed before cleanup</a:t>
            </a:r>
          </a:p>
        </p:txBody>
      </p:sp>
      <p:sp>
        <p:nvSpPr>
          <p:cNvPr id="5" name="">
            <a:extLst xmlns:a="http://schemas.openxmlformats.org/drawingml/2006/main">
              <a:ext uri="{FF2B5EF4-FFF2-40B4-BE49-F238E27FC236}">
                <a16:creationId xmlns:a16="http://schemas.microsoft.com/office/drawing/2014/main" id="{C88A8125-B0B6-4132-8332-3D7053610CC4}"/>
              </a:ext>
            </a:extLst>
          </p:cNvPr>
          <p:cNvSpPr>
            <a:spLocks xmlns:a="http://schemas.openxmlformats.org/drawingml/2006/main" noGrp="1"/>
          </p:cNvSpPr>
          <p:nvPr/>
        </p:nvSpPr>
        <p:spPr>
          <a:xfrm xmlns:a="http://schemas.openxmlformats.org/drawingml/2006/main">
            <a:off x="333375" y="2628900"/>
            <a:ext cx="290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Technology Stack</a:t>
            </a:r>
          </a:p>
        </p:txBody>
      </p:sp>
      <p:sp>
        <p:nvSpPr>
          <p:cNvPr id="6" name="">
            <a:extLst xmlns:a="http://schemas.openxmlformats.org/drawingml/2006/main">
              <a:ext uri="{FF2B5EF4-FFF2-40B4-BE49-F238E27FC236}">
                <a16:creationId xmlns:a16="http://schemas.microsoft.com/office/drawing/2014/main" id="{41657D7D-F875-4C72-AE5C-945E6129CC0D}"/>
              </a:ext>
            </a:extLst>
          </p:cNvPr>
          <p:cNvSpPr>
            <a:spLocks xmlns:a="http://schemas.openxmlformats.org/drawingml/2006/main" noGrp="1"/>
          </p:cNvSpPr>
          <p:nvPr/>
        </p:nvSpPr>
        <p:spPr>
          <a:xfrm xmlns:a="http://schemas.openxmlformats.org/drawingml/2006/main">
            <a:off x="333375" y="2895600"/>
            <a:ext cx="2905125" cy="0"/>
          </a:xfrm>
          <a:prstGeom xmlns:a="http://schemas.openxmlformats.org/drawingml/2006/main" prst="line">
            <a:avLst/>
          </a:prstGeom>
          <a:ln xmlns:a="http://schemas.openxmlformats.org/drawingml/2006/main" w="11430">
            <a:solidFill>
              <a:srgbClr val="1B2A78"/>
            </a:solidFill>
            <a:prstDash val="solid"/>
          </a:ln>
        </p:spPr>
      </p:sp>
      <p:sp>
        <p:nvSpPr>
          <p:cNvPr id="7" name="">
            <a:extLst xmlns:a="http://schemas.openxmlformats.org/drawingml/2006/main">
              <a:ext uri="{FF2B5EF4-FFF2-40B4-BE49-F238E27FC236}">
                <a16:creationId xmlns:a16="http://schemas.microsoft.com/office/drawing/2014/main" id="{CC032F38-799B-4563-B082-841E0919B402}"/>
              </a:ext>
            </a:extLst>
          </p:cNvPr>
          <p:cNvSpPr>
            <a:spLocks xmlns:a="http://schemas.openxmlformats.org/drawingml/2006/main" noGrp="1"/>
          </p:cNvSpPr>
          <p:nvPr/>
        </p:nvSpPr>
        <p:spPr>
          <a:xfrm xmlns:a="http://schemas.openxmlformats.org/drawingml/2006/main">
            <a:off x="333375" y="2952750"/>
            <a:ext cx="2905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rmAutofit fontScale="100000"/>
          </a:bodyPr>
          <a:lstStyle xmlns:a="http://schemas.openxmlformats.org/drawingml/2006/main"/>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Python and Flask</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Adobe CJA Data Views, Segments and Projects APIs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OAuth Server-to-Server authentication</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Local browser dashboard</a:t>
            </a:r>
          </a:p>
        </p:txBody>
      </p:sp>
      <p:sp>
        <p:nvSpPr>
          <p:cNvPr id="8" name="">
            <a:extLst xmlns:a="http://schemas.openxmlformats.org/drawingml/2006/main">
              <a:ext uri="{FF2B5EF4-FFF2-40B4-BE49-F238E27FC236}">
                <a16:creationId xmlns:a16="http://schemas.microsoft.com/office/drawing/2014/main" id="{D0BCB037-5DA9-4774-9D43-D3568002682B}"/>
              </a:ext>
            </a:extLst>
          </p:cNvPr>
          <p:cNvSpPr>
            <a:spLocks xmlns:a="http://schemas.openxmlformats.org/drawingml/2006/main" noGrp="1"/>
          </p:cNvSpPr>
          <p:nvPr/>
        </p:nvSpPr>
        <p:spPr>
          <a:xfrm xmlns:a="http://schemas.openxmlformats.org/drawingml/2006/main">
            <a:off x="333375" y="4095750"/>
            <a:ext cx="290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Key Capabilities</a:t>
            </a:r>
          </a:p>
        </p:txBody>
      </p:sp>
      <p:sp>
        <p:nvSpPr>
          <p:cNvPr id="9" name="">
            <a:extLst xmlns:a="http://schemas.openxmlformats.org/drawingml/2006/main">
              <a:ext uri="{FF2B5EF4-FFF2-40B4-BE49-F238E27FC236}">
                <a16:creationId xmlns:a16="http://schemas.microsoft.com/office/drawing/2014/main" id="{090E28B8-21D6-4AD3-847F-DEA9ED6CD374}"/>
              </a:ext>
            </a:extLst>
          </p:cNvPr>
          <p:cNvSpPr>
            <a:spLocks xmlns:a="http://schemas.openxmlformats.org/drawingml/2006/main" noGrp="1"/>
          </p:cNvSpPr>
          <p:nvPr/>
        </p:nvSpPr>
        <p:spPr>
          <a:xfrm xmlns:a="http://schemas.openxmlformats.org/drawingml/2006/main">
            <a:off x="333375" y="4362450"/>
            <a:ext cx="2905125" cy="0"/>
          </a:xfrm>
          <a:prstGeom xmlns:a="http://schemas.openxmlformats.org/drawingml/2006/main" prst="line">
            <a:avLst/>
          </a:prstGeom>
          <a:ln xmlns:a="http://schemas.openxmlformats.org/drawingml/2006/main" w="11430">
            <a:solidFill>
              <a:srgbClr val="1B2A78"/>
            </a:solidFill>
            <a:prstDash val="solid"/>
          </a:ln>
        </p:spPr>
      </p:sp>
      <p:sp>
        <p:nvSpPr>
          <p:cNvPr id="10" name="">
            <a:extLst xmlns:a="http://schemas.openxmlformats.org/drawingml/2006/main">
              <a:ext uri="{FF2B5EF4-FFF2-40B4-BE49-F238E27FC236}">
                <a16:creationId xmlns:a16="http://schemas.microsoft.com/office/drawing/2014/main" id="{7F437935-B59D-4F7C-B302-BD0F4453FFB7}"/>
              </a:ext>
            </a:extLst>
          </p:cNvPr>
          <p:cNvSpPr>
            <a:spLocks xmlns:a="http://schemas.openxmlformats.org/drawingml/2006/main" noGrp="1"/>
          </p:cNvSpPr>
          <p:nvPr/>
        </p:nvSpPr>
        <p:spPr>
          <a:xfrm xmlns:a="http://schemas.openxmlformats.org/drawingml/2006/main">
            <a:off x="333375" y="4419600"/>
            <a:ext cx="2905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rmAutofit fontScale="100000"/>
          </a:bodyPr>
          <a:lstStyle xmlns:a="http://schemas.openxmlformats.org/drawingml/2006/main"/>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Exact and near-duplicate detection</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Jaccard similarity with field-level differences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Business-rule checks for numeric thresholds</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Search, pagination and CSV or Excel export</a:t>
            </a:r>
          </a:p>
        </p:txBody>
      </p:sp>
      <p:sp>
        <p:nvSpPr>
          <p:cNvPr id="11" name="">
            <a:extLst xmlns:a="http://schemas.openxmlformats.org/drawingml/2006/main">
              <a:ext uri="{FF2B5EF4-FFF2-40B4-BE49-F238E27FC236}">
                <a16:creationId xmlns:a16="http://schemas.microsoft.com/office/drawing/2014/main" id="{10D10408-4FD4-47DF-B0B3-198B2DB47ED4}"/>
              </a:ext>
            </a:extLst>
          </p:cNvPr>
          <p:cNvSpPr>
            <a:spLocks xmlns:a="http://schemas.openxmlformats.org/drawingml/2006/main" noGrp="1"/>
          </p:cNvSpPr>
          <p:nvPr/>
        </p:nvSpPr>
        <p:spPr>
          <a:xfrm xmlns:a="http://schemas.openxmlformats.org/drawingml/2006/main">
            <a:off x="333375" y="5476875"/>
            <a:ext cx="2905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Deployment</a:t>
            </a:r>
          </a:p>
        </p:txBody>
      </p:sp>
      <p:sp>
        <p:nvSpPr>
          <p:cNvPr id="12" name="">
            <a:extLst xmlns:a="http://schemas.openxmlformats.org/drawingml/2006/main">
              <a:ext uri="{FF2B5EF4-FFF2-40B4-BE49-F238E27FC236}">
                <a16:creationId xmlns:a16="http://schemas.microsoft.com/office/drawing/2014/main" id="{7F472D51-D484-4466-B24E-2A4FF663A06C}"/>
              </a:ext>
            </a:extLst>
          </p:cNvPr>
          <p:cNvSpPr>
            <a:spLocks xmlns:a="http://schemas.openxmlformats.org/drawingml/2006/main" noGrp="1"/>
          </p:cNvSpPr>
          <p:nvPr/>
        </p:nvSpPr>
        <p:spPr>
          <a:xfrm xmlns:a="http://schemas.openxmlformats.org/drawingml/2006/main">
            <a:off x="333375" y="5743575"/>
            <a:ext cx="2905125" cy="0"/>
          </a:xfrm>
          <a:prstGeom xmlns:a="http://schemas.openxmlformats.org/drawingml/2006/main" prst="line">
            <a:avLst/>
          </a:prstGeom>
          <a:ln xmlns:a="http://schemas.openxmlformats.org/drawingml/2006/main" w="11430">
            <a:solidFill>
              <a:srgbClr val="1B2A78"/>
            </a:solidFill>
            <a:prstDash val="solid"/>
          </a:ln>
        </p:spPr>
      </p:sp>
      <p:sp>
        <p:nvSpPr>
          <p:cNvPr id="13" name="">
            <a:extLst xmlns:a="http://schemas.openxmlformats.org/drawingml/2006/main">
              <a:ext uri="{FF2B5EF4-FFF2-40B4-BE49-F238E27FC236}">
                <a16:creationId xmlns:a16="http://schemas.microsoft.com/office/drawing/2014/main" id="{ACF8AFB4-7E41-4A69-9D7F-14CF41C7F0B9}"/>
              </a:ext>
            </a:extLst>
          </p:cNvPr>
          <p:cNvSpPr>
            <a:spLocks xmlns:a="http://schemas.openxmlformats.org/drawingml/2006/main" noGrp="1"/>
          </p:cNvSpPr>
          <p:nvPr/>
        </p:nvSpPr>
        <p:spPr>
          <a:xfrm xmlns:a="http://schemas.openxmlformats.org/drawingml/2006/main">
            <a:off x="333375" y="58007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t">
            <a:normAutofit fontScale="100000"/>
          </a:bodyPr>
          <a:lstStyle xmlns:a="http://schemas.openxmlformats.org/drawingml/2006/main"/>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Runs on a local desktop or server</a:t>
            </a:r>
          </a:p>
          <a:p xmlns:a="http://schemas.openxmlformats.org/drawingml/2006/main">
            <a:pPr marL="152400" indent="-88900">
              <a:spcAft>
                <a:spcPts val="400"/>
              </a:spcAft>
              <a:buChar char="•"/>
              <a:defRPr sz="1088">
                <a:solidFill>
                  <a:srgbClr val="202020"/>
                </a:solidFill>
                <a:latin typeface="Arial"/>
                <a:ea typeface="Arial"/>
                <a:cs typeface="Arial"/>
              </a:defRPr>
            </a:pPr>
            <a:r>
              <a:rPr sz="1088">
                <a:solidFill>
                  <a:srgbClr val="202020"/>
                </a:solidFill>
                <a:latin typeface="Arial"/>
                <a:ea typeface="Arial"/>
                <a:cs typeface="Arial"/>
              </a:rPr>
              <a:t>Credentials stay in the environment file</a:t>
            </a:r>
          </a:p>
        </p:txBody>
      </p:sp>
      <p:sp>
        <p:nvSpPr>
          <p:cNvPr id="14" name="">
            <a:extLst xmlns:a="http://schemas.openxmlformats.org/drawingml/2006/main">
              <a:ext uri="{FF2B5EF4-FFF2-40B4-BE49-F238E27FC236}">
                <a16:creationId xmlns:a16="http://schemas.microsoft.com/office/drawing/2014/main" id="{4EBD5018-85D1-45BF-8733-83A56464F818}"/>
              </a:ext>
            </a:extLst>
          </p:cNvPr>
          <p:cNvSpPr>
            <a:spLocks xmlns:a="http://schemas.openxmlformats.org/drawingml/2006/main" noGrp="1"/>
          </p:cNvSpPr>
          <p:nvPr/>
        </p:nvSpPr>
        <p:spPr>
          <a:xfrm xmlns:a="http://schemas.openxmlformats.org/drawingml/2006/main">
            <a:off x="4219575" y="1028700"/>
            <a:ext cx="723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The eClerx Solution</a:t>
            </a:r>
          </a:p>
        </p:txBody>
      </p:sp>
      <p:sp>
        <p:nvSpPr>
          <p:cNvPr id="15" name="">
            <a:extLst xmlns:a="http://schemas.openxmlformats.org/drawingml/2006/main">
              <a:ext uri="{FF2B5EF4-FFF2-40B4-BE49-F238E27FC236}">
                <a16:creationId xmlns:a16="http://schemas.microsoft.com/office/drawing/2014/main" id="{68C38F1A-99DB-4D2F-9E2F-F2FD48B07CC3}"/>
              </a:ext>
            </a:extLst>
          </p:cNvPr>
          <p:cNvSpPr>
            <a:spLocks xmlns:a="http://schemas.openxmlformats.org/drawingml/2006/main" noGrp="1"/>
          </p:cNvSpPr>
          <p:nvPr/>
        </p:nvSpPr>
        <p:spPr>
          <a:xfrm xmlns:a="http://schemas.openxmlformats.org/drawingml/2006/main">
            <a:off x="4219575" y="1295400"/>
            <a:ext cx="7239000" cy="0"/>
          </a:xfrm>
          <a:prstGeom xmlns:a="http://schemas.openxmlformats.org/drawingml/2006/main" prst="line">
            <a:avLst/>
          </a:prstGeom>
          <a:ln xmlns:a="http://schemas.openxmlformats.org/drawingml/2006/main" w="11430">
            <a:solidFill>
              <a:srgbClr val="1B2A78"/>
            </a:solidFill>
            <a:prstDash val="solid"/>
          </a:ln>
        </p:spPr>
      </p:sp>
      <p:sp>
        <p:nvSpPr>
          <p:cNvPr id="16" name="">
            <a:extLst xmlns:a="http://schemas.openxmlformats.org/drawingml/2006/main">
              <a:ext uri="{FF2B5EF4-FFF2-40B4-BE49-F238E27FC236}">
                <a16:creationId xmlns:a16="http://schemas.microsoft.com/office/drawing/2014/main" id="{EB00C653-4D5C-4DBA-874C-4DB425266A90}"/>
              </a:ext>
            </a:extLst>
          </p:cNvPr>
          <p:cNvSpPr>
            <a:spLocks xmlns:a="http://schemas.openxmlformats.org/drawingml/2006/main" noGrp="1"/>
          </p:cNvSpPr>
          <p:nvPr/>
        </p:nvSpPr>
        <p:spPr>
          <a:xfrm xmlns:a="http://schemas.openxmlformats.org/drawingml/2006/main">
            <a:off x="4286250" y="1457325"/>
            <a:ext cx="2095500" cy="628650"/>
          </a:xfrm>
          <a:prstGeom xmlns:a="http://schemas.openxmlformats.org/drawingml/2006/main" prst="roundRect">
            <a:avLst>
              <a:gd name="adj" fmla="val 12121"/>
            </a:avLst>
          </a:prstGeom>
          <a:solidFill xmlns:a="http://schemas.openxmlformats.org/drawingml/2006/main">
            <a:srgbClr val="EAF3FC"/>
          </a:solidFill>
          <a:ln xmlns:a="http://schemas.openxmlformats.org/drawingml/2006/main" w="11430">
            <a:solidFill>
              <a:srgbClr val="4A90E2"/>
            </a:solidFill>
            <a:prstDash val="solid"/>
          </a:ln>
        </p:spPr>
        <p:txBody>
          <a:bodyPr xmlns:a="http://schemas.openxmlformats.org/drawingml/2006/main" lIns="95250" tIns="57150" rIns="95250" bIns="57150" anchor="ctr">
            <a:normAutofit fontScale="87109"/>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Segment Fetcher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Reads CJA segment definitions</a:t>
            </a:r>
          </a:p>
        </p:txBody>
      </p:sp>
      <p:sp>
        <p:nvSpPr>
          <p:cNvPr id="17" name="">
            <a:extLst xmlns:a="http://schemas.openxmlformats.org/drawingml/2006/main">
              <a:ext uri="{FF2B5EF4-FFF2-40B4-BE49-F238E27FC236}">
                <a16:creationId xmlns:a16="http://schemas.microsoft.com/office/drawing/2014/main" id="{AB99D520-BCFD-4F01-8588-57CDBD8E49E0}"/>
              </a:ext>
            </a:extLst>
          </p:cNvPr>
          <p:cNvSpPr>
            <a:spLocks xmlns:a="http://schemas.openxmlformats.org/drawingml/2006/main" noGrp="1"/>
          </p:cNvSpPr>
          <p:nvPr/>
        </p:nvSpPr>
        <p:spPr>
          <a:xfrm xmlns:a="http://schemas.openxmlformats.org/drawingml/2006/main">
            <a:off x="6715125" y="1457325"/>
            <a:ext cx="2095500" cy="628650"/>
          </a:xfrm>
          <a:prstGeom xmlns:a="http://schemas.openxmlformats.org/drawingml/2006/main" prst="roundRect">
            <a:avLst>
              <a:gd name="adj" fmla="val 12121"/>
            </a:avLst>
          </a:prstGeom>
          <a:solidFill xmlns:a="http://schemas.openxmlformats.org/drawingml/2006/main">
            <a:srgbClr val="EAF3FC"/>
          </a:solidFill>
          <a:ln xmlns:a="http://schemas.openxmlformats.org/drawingml/2006/main" w="11430">
            <a:solidFill>
              <a:srgbClr val="4A90E2"/>
            </a:solidFill>
            <a:prstDash val="solid"/>
          </a:ln>
        </p:spPr>
        <p:txBody>
          <a:bodyPr xmlns:a="http://schemas.openxmlformats.org/drawingml/2006/main" lIns="95250" tIns="57150" rIns="95250" bIns="57150" anchor="ctr">
            <a:normAutofit fontScale="90916"/>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Definition Normalizer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Canonicalises definition JSON</a:t>
            </a:r>
          </a:p>
        </p:txBody>
      </p:sp>
      <p:sp>
        <p:nvSpPr>
          <p:cNvPr id="18" name="">
            <a:extLst xmlns:a="http://schemas.openxmlformats.org/drawingml/2006/main">
              <a:ext uri="{FF2B5EF4-FFF2-40B4-BE49-F238E27FC236}">
                <a16:creationId xmlns:a16="http://schemas.microsoft.com/office/drawing/2014/main" id="{C7516189-E44E-4569-9651-EEE14DA1C6ED}"/>
              </a:ext>
            </a:extLst>
          </p:cNvPr>
          <p:cNvSpPr>
            <a:spLocks xmlns:a="http://schemas.openxmlformats.org/drawingml/2006/main" noGrp="1"/>
          </p:cNvSpPr>
          <p:nvPr/>
        </p:nvSpPr>
        <p:spPr>
          <a:xfrm xmlns:a="http://schemas.openxmlformats.org/drawingml/2006/main">
            <a:off x="9144000" y="1457325"/>
            <a:ext cx="2095500" cy="628650"/>
          </a:xfrm>
          <a:prstGeom xmlns:a="http://schemas.openxmlformats.org/drawingml/2006/main" prst="roundRect">
            <a:avLst>
              <a:gd name="adj" fmla="val 12121"/>
            </a:avLst>
          </a:prstGeom>
          <a:solidFill xmlns:a="http://schemas.openxmlformats.org/drawingml/2006/main">
            <a:srgbClr val="EAF3FC"/>
          </a:solidFill>
          <a:ln xmlns:a="http://schemas.openxmlformats.org/drawingml/2006/main" w="11430">
            <a:solidFill>
              <a:srgbClr val="4A90E2"/>
            </a:solidFill>
            <a:prstDash val="solid"/>
          </a:ln>
        </p:spPr>
        <p:txBody>
          <a:bodyPr xmlns:a="http://schemas.openxmlformats.org/drawingml/2006/main" lIns="95250" tIns="57150" rIns="95250" bIns="57150" anchor="ctr">
            <a:normAutofit fontScale="85614"/>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Similarity Engine</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Calculates Jaccard score and differences</a:t>
            </a:r>
          </a:p>
        </p:txBody>
      </p:sp>
      <p:sp>
        <p:nvSpPr>
          <p:cNvPr id="19" name="">
            <a:extLst xmlns:a="http://schemas.openxmlformats.org/drawingml/2006/main">
              <a:ext uri="{FF2B5EF4-FFF2-40B4-BE49-F238E27FC236}">
                <a16:creationId xmlns:a16="http://schemas.microsoft.com/office/drawing/2014/main" id="{693EBF92-A4F4-45A9-8AE5-3F665071B2DA}"/>
              </a:ext>
            </a:extLst>
          </p:cNvPr>
          <p:cNvSpPr>
            <a:spLocks xmlns:a="http://schemas.openxmlformats.org/drawingml/2006/main" noGrp="1"/>
          </p:cNvSpPr>
          <p:nvPr/>
        </p:nvSpPr>
        <p:spPr>
          <a:xfrm xmlns:a="http://schemas.openxmlformats.org/drawingml/2006/main">
            <a:off x="4286250" y="2305050"/>
            <a:ext cx="6953250" cy="514350"/>
          </a:xfrm>
          <a:prstGeom xmlns:a="http://schemas.openxmlformats.org/drawingml/2006/main" prst="roundRect">
            <a:avLst>
              <a:gd name="adj" fmla="val 14815"/>
            </a:avLst>
          </a:prstGeom>
          <a:solidFill xmlns:a="http://schemas.openxmlformats.org/drawingml/2006/main">
            <a:srgbClr val="F4F8FF"/>
          </a:solidFill>
          <a:ln xmlns:a="http://schemas.openxmlformats.org/drawingml/2006/main" w="11430">
            <a:solidFill>
              <a:srgbClr val="0078F0"/>
            </a:solidFill>
            <a:prstDash val="solid"/>
          </a:ln>
        </p:spPr>
        <p:txBody>
          <a:bodyPr xmlns:a="http://schemas.openxmlformats.org/drawingml/2006/main" lIns="95250" tIns="57150" rIns="95250" bIns="57150" anchor="ctr">
            <a:normAutofit fontScale="97171"/>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Classification Engine</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Exact Duplicate / Near Duplicate / Review Required</a:t>
            </a:r>
          </a:p>
        </p:txBody>
      </p:sp>
      <p:cxnSp>
        <p:nvCxnSpPr>
          <p:cNvPr id="52" name=""/>
          <p:cNvCxnSpPr>
            <a:stCxn xmlns:a="http://schemas.openxmlformats.org/drawingml/2006/main" id="16" idx="3"/>
            <a:endCxn xmlns:a="http://schemas.openxmlformats.org/drawingml/2006/main" id="17" idx="1"/>
          </p:cNvCxnSpPr>
          <p:nvPr/>
        </p:nvCxnSpPr>
        <p:spPr>
          <a:xfrm xmlns:a="http://schemas.openxmlformats.org/drawingml/2006/main">
            <a:off x="6381750" y="1771650"/>
            <a:ext cx="333375" cy="0"/>
          </a:xfrm>
          <a:prstGeom xmlns:a="http://schemas.openxmlformats.org/drawingml/2006/main" prst="straightConnector1">
            <a:avLst/>
          </a:prstGeom>
          <a:ln xmlns:a="http://schemas.openxmlformats.org/drawingml/2006/main" w="17145">
            <a:solidFill>
              <a:srgbClr val="0078F0"/>
            </a:solidFill>
            <a:prstDash val="solid"/>
            <a:headEnd type="triangle" w="sm" len="sm"/>
          </a:ln>
        </p:spPr>
      </p:cxnSp>
      <p:cxnSp>
        <p:nvCxnSpPr>
          <p:cNvPr id="53" name=""/>
          <p:cNvCxnSpPr>
            <a:stCxn xmlns:a="http://schemas.openxmlformats.org/drawingml/2006/main" id="17" idx="3"/>
            <a:endCxn xmlns:a="http://schemas.openxmlformats.org/drawingml/2006/main" id="18" idx="1"/>
          </p:cNvCxnSpPr>
          <p:nvPr/>
        </p:nvCxnSpPr>
        <p:spPr>
          <a:xfrm xmlns:a="http://schemas.openxmlformats.org/drawingml/2006/main">
            <a:off x="8810625" y="1771650"/>
            <a:ext cx="333375" cy="0"/>
          </a:xfrm>
          <a:prstGeom xmlns:a="http://schemas.openxmlformats.org/drawingml/2006/main" prst="straightConnector1">
            <a:avLst/>
          </a:prstGeom>
          <a:ln xmlns:a="http://schemas.openxmlformats.org/drawingml/2006/main" w="17145">
            <a:solidFill>
              <a:srgbClr val="0078F0"/>
            </a:solidFill>
            <a:prstDash val="solid"/>
            <a:headEnd type="triangle" w="sm" len="sm"/>
          </a:ln>
        </p:spPr>
      </p:cxnSp>
      <p:cxnSp>
        <p:nvCxnSpPr>
          <p:cNvPr id="54" name=""/>
          <p:cNvCxnSpPr>
            <a:stCxn xmlns:a="http://schemas.openxmlformats.org/drawingml/2006/main" id="18" idx="2"/>
            <a:endCxn xmlns:a="http://schemas.openxmlformats.org/drawingml/2006/main" id="19" idx="0"/>
          </p:cNvCxnSpPr>
          <p:nvPr/>
        </p:nvCxnSpPr>
        <p:spPr>
          <a:xfrm xmlns:a="http://schemas.openxmlformats.org/drawingml/2006/main" flipH="1">
            <a:off x="7762875" y="2085975"/>
            <a:ext cx="2428875" cy="219075"/>
          </a:xfrm>
          <a:prstGeom xmlns:a="http://schemas.openxmlformats.org/drawingml/2006/main" prst="straightConnector1">
            <a:avLst/>
          </a:prstGeom>
          <a:ln xmlns:a="http://schemas.openxmlformats.org/drawingml/2006/main" w="17145">
            <a:solidFill>
              <a:srgbClr val="0078F0"/>
            </a:solidFill>
            <a:prstDash val="solid"/>
            <a:headEnd type="triangle" w="sm" len="sm"/>
          </a:ln>
        </p:spPr>
      </p:cxnSp>
      <p:graphicFrame>
        <p:nvGraphicFramePr>
          <p:cNvPr id="55" name=""/>
          <p:cNvGraphicFramePr/>
          <p:nvPr/>
        </p:nvGraphicFramePr>
        <p:xfrm>
          <a:off xmlns:a="http://schemas.openxmlformats.org/drawingml/2006/main" x="4286250" y="3000375"/>
          <a:ext xmlns:a="http://schemas.openxmlformats.org/drawingml/2006/main" cx="6953250" cy="1733550"/>
        </p:xfrm>
        <a:graphic xmlns:a="http://schemas.openxmlformats.org/drawingml/2006/main">
          <a:graphicData uri="http://schemas.openxmlformats.org/drawingml/2006/table">
            <a:tbl>
              <a:tblPr firstRow="1" bandRow="1"/>
              <a:tblGrid>
                <a:gridCol w="3143250"/>
                <a:gridCol w="1285875"/>
                <a:gridCol w="2524125"/>
              </a:tblGrid>
              <a:tr h="433388">
                <a:tc>
                  <a:txBody>
                    <a:bodyPr lIns="66675" tIns="47625" rIns="66675" bIns="47625">
                      <a:normAutofit/>
                    </a:bodyPr>
                    <a:lstStyle/>
                    <a:p>
                      <a:pPr algn="l"/>
                      <a:r>
                        <a:rPr sz="863" b="1">
                          <a:solidFill>
                            <a:srgbClr val="FFFFFF"/>
                          </a:solidFill>
                          <a:latin typeface="Arial"/>
                          <a:ea typeface="Arial"/>
                          <a:cs typeface="Arial"/>
                        </a:rPr>
                        <a:t>Comparison result</a:t>
                      </a:r>
                    </a:p>
                  </a:txBody>
                  <a:tcPr marL="91440" marR="91440" marT="45720" marB="45720" anchor="ctr">
                    <a:solidFill>
                      <a:srgbClr val="0078F0"/>
                    </a:solidFill>
                  </a:tcPr>
                </a:tc>
                <a:tc>
                  <a:txBody>
                    <a:bodyPr lIns="66675" tIns="47625" rIns="66675" bIns="47625">
                      <a:normAutofit/>
                    </a:bodyPr>
                    <a:lstStyle/>
                    <a:p>
                      <a:pPr algn="ctr"/>
                      <a:r>
                        <a:rPr sz="863" b="1">
                          <a:solidFill>
                            <a:srgbClr val="FFFFFF"/>
                          </a:solidFill>
                          <a:latin typeface="Arial"/>
                          <a:ea typeface="Arial"/>
                          <a:cs typeface="Arial"/>
                        </a:rPr>
                        <a:t>Score or rule</a:t>
                      </a:r>
                    </a:p>
                  </a:txBody>
                  <a:tcPr marL="91440" marR="91440" marT="45720" marB="45720" anchor="ctr">
                    <a:solidFill>
                      <a:srgbClr val="0078F0"/>
                    </a:solidFill>
                  </a:tcPr>
                </a:tc>
                <a:tc>
                  <a:txBody>
                    <a:bodyPr lIns="66675" tIns="47625" rIns="66675" bIns="47625">
                      <a:normAutofit/>
                    </a:bodyPr>
                    <a:lstStyle/>
                    <a:p>
                      <a:pPr algn="l"/>
                      <a:r>
                        <a:rPr sz="863" b="1">
                          <a:solidFill>
                            <a:srgbClr val="FFFFFF"/>
                          </a:solidFill>
                          <a:latin typeface="Arial"/>
                          <a:ea typeface="Arial"/>
                          <a:cs typeface="Arial"/>
                        </a:rPr>
                        <a:t>Classification</a:t>
                      </a:r>
                    </a:p>
                  </a:txBody>
                  <a:tcPr marL="91440" marR="91440" marT="45720" marB="45720" anchor="ctr">
                    <a:solidFill>
                      <a:srgbClr val="0078F0"/>
                    </a:solidFill>
                  </a:tcPr>
                </a:tc>
              </a:tr>
              <a:tr h="433388">
                <a:tc>
                  <a:txBody>
                    <a:bodyPr lIns="66675" tIns="47625" rIns="66675" bIns="47625">
                      <a:normAutofit/>
                    </a:bodyPr>
                    <a:lstStyle/>
                    <a:p>
                      <a:pPr algn="l"/>
                      <a:r>
                        <a:rPr sz="788" b="0">
                          <a:solidFill>
                            <a:srgbClr val="24364B"/>
                          </a:solidFill>
                          <a:latin typeface="Arial"/>
                          <a:ea typeface="Arial"/>
                          <a:cs typeface="Arial"/>
                        </a:rPr>
                        <a:t>Normalised definitions match</a:t>
                      </a:r>
                    </a:p>
                  </a:txBody>
                  <a:tcPr marL="91440" marR="91440" marT="45720" marB="45720" anchor="ctr">
                    <a:solidFill>
                      <a:srgbClr val="FFFFFF"/>
                    </a:solidFill>
                  </a:tcPr>
                </a:tc>
                <a:tc>
                  <a:txBody>
                    <a:bodyPr lIns="66675" tIns="47625" rIns="66675" bIns="47625">
                      <a:normAutofit/>
                    </a:bodyPr>
                    <a:lstStyle/>
                    <a:p>
                      <a:pPr algn="ctr"/>
                      <a:r>
                        <a:rPr sz="788" b="0">
                          <a:solidFill>
                            <a:srgbClr val="24364B"/>
                          </a:solidFill>
                          <a:latin typeface="Arial"/>
                          <a:ea typeface="Arial"/>
                          <a:cs typeface="Arial"/>
                        </a:rPr>
                        <a:t>100%</a:t>
                      </a:r>
                    </a:p>
                  </a:txBody>
                  <a:tcPr marL="91440" marR="91440" marT="45720" marB="45720" anchor="ctr">
                    <a:solidFill>
                      <a:srgbClr val="FFFFFF"/>
                    </a:solidFill>
                  </a:tcPr>
                </a:tc>
                <a:tc>
                  <a:txBody>
                    <a:bodyPr lIns="66675" tIns="47625" rIns="66675" bIns="47625">
                      <a:normAutofit/>
                    </a:bodyPr>
                    <a:lstStyle/>
                    <a:p>
                      <a:pPr algn="l"/>
                      <a:r>
                        <a:rPr sz="788" b="1">
                          <a:solidFill>
                            <a:srgbClr val="C62828"/>
                          </a:solidFill>
                          <a:latin typeface="Arial"/>
                          <a:ea typeface="Arial"/>
                          <a:cs typeface="Arial"/>
                        </a:rPr>
                        <a:t>Exact Duplicate</a:t>
                      </a:r>
                    </a:p>
                  </a:txBody>
                  <a:tcPr marL="91440" marR="91440" marT="45720" marB="45720" anchor="ctr">
                    <a:solidFill>
                      <a:srgbClr val="FFFFFF"/>
                    </a:solidFill>
                  </a:tcPr>
                </a:tc>
              </a:tr>
              <a:tr h="433388">
                <a:tc>
                  <a:txBody>
                    <a:bodyPr lIns="66675" tIns="47625" rIns="66675" bIns="47625">
                      <a:normAutofit/>
                    </a:bodyPr>
                    <a:lstStyle/>
                    <a:p>
                      <a:pPr algn="l"/>
                      <a:r>
                        <a:rPr sz="788" b="0">
                          <a:solidFill>
                            <a:srgbClr val="24364B"/>
                          </a:solidFill>
                          <a:latin typeface="Arial"/>
                          <a:ea typeface="Arial"/>
                          <a:cs typeface="Arial"/>
                        </a:rPr>
                        <a:t>High token overlap with no critical rule difference</a:t>
                      </a:r>
                    </a:p>
                  </a:txBody>
                  <a:tcPr marL="91440" marR="91440" marT="45720" marB="45720" anchor="ctr">
                    <a:solidFill>
                      <a:srgbClr val="F5F8FC"/>
                    </a:solidFill>
                  </a:tcPr>
                </a:tc>
                <a:tc>
                  <a:txBody>
                    <a:bodyPr lIns="66675" tIns="47625" rIns="66675" bIns="47625">
                      <a:normAutofit/>
                    </a:bodyPr>
                    <a:lstStyle/>
                    <a:p>
                      <a:pPr algn="ctr"/>
                      <a:r>
                        <a:rPr sz="788" b="0">
                          <a:solidFill>
                            <a:srgbClr val="24364B"/>
                          </a:solidFill>
                          <a:latin typeface="Arial"/>
                          <a:ea typeface="Arial"/>
                          <a:cs typeface="Arial"/>
                        </a:rPr>
                        <a:t>85% to 99.9%</a:t>
                      </a:r>
                    </a:p>
                  </a:txBody>
                  <a:tcPr marL="91440" marR="91440" marT="45720" marB="45720" anchor="ctr">
                    <a:solidFill>
                      <a:srgbClr val="F5F8FC"/>
                    </a:solidFill>
                  </a:tcPr>
                </a:tc>
                <a:tc>
                  <a:txBody>
                    <a:bodyPr lIns="66675" tIns="47625" rIns="66675" bIns="47625">
                      <a:normAutofit/>
                    </a:bodyPr>
                    <a:lstStyle/>
                    <a:p>
                      <a:pPr algn="l"/>
                      <a:r>
                        <a:rPr sz="788" b="1">
                          <a:solidFill>
                            <a:srgbClr val="B26A00"/>
                          </a:solidFill>
                          <a:latin typeface="Arial"/>
                          <a:ea typeface="Arial"/>
                          <a:cs typeface="Arial"/>
                        </a:rPr>
                        <a:t>Near Duplicate</a:t>
                      </a:r>
                    </a:p>
                  </a:txBody>
                  <a:tcPr marL="91440" marR="91440" marT="45720" marB="45720" anchor="ctr">
                    <a:solidFill>
                      <a:srgbClr val="F5F8FC"/>
                    </a:solidFill>
                  </a:tcPr>
                </a:tc>
              </a:tr>
              <a:tr h="433388">
                <a:tc>
                  <a:txBody>
                    <a:bodyPr lIns="66675" tIns="47625" rIns="66675" bIns="47625">
                      <a:normAutofit/>
                    </a:bodyPr>
                    <a:lstStyle/>
                    <a:p>
                      <a:pPr algn="l"/>
                      <a:r>
                        <a:rPr sz="788" b="0">
                          <a:solidFill>
                            <a:srgbClr val="24364B"/>
                          </a:solidFill>
                          <a:latin typeface="Arial"/>
                          <a:ea typeface="Arial"/>
                          <a:cs typeface="Arial"/>
                        </a:rPr>
                        <a:t>Numeric threshold, operator or logic differs</a:t>
                      </a:r>
                    </a:p>
                  </a:txBody>
                  <a:tcPr marL="91440" marR="91440" marT="45720" marB="45720" anchor="ctr">
                    <a:solidFill>
                      <a:srgbClr val="FFFFFF"/>
                    </a:solidFill>
                  </a:tcPr>
                </a:tc>
                <a:tc>
                  <a:txBody>
                    <a:bodyPr lIns="66675" tIns="47625" rIns="66675" bIns="47625">
                      <a:normAutofit/>
                    </a:bodyPr>
                    <a:lstStyle/>
                    <a:p>
                      <a:pPr algn="ctr"/>
                      <a:r>
                        <a:rPr sz="788" b="0">
                          <a:solidFill>
                            <a:srgbClr val="24364B"/>
                          </a:solidFill>
                          <a:latin typeface="Arial"/>
                          <a:ea typeface="Arial"/>
                          <a:cs typeface="Arial"/>
                        </a:rPr>
                        <a:t>Rule override</a:t>
                      </a:r>
                    </a:p>
                  </a:txBody>
                  <a:tcPr marL="91440" marR="91440" marT="45720" marB="45720" anchor="ctr">
                    <a:solidFill>
                      <a:srgbClr val="FFFFFF"/>
                    </a:solidFill>
                  </a:tcPr>
                </a:tc>
                <a:tc>
                  <a:txBody>
                    <a:bodyPr lIns="66675" tIns="47625" rIns="66675" bIns="47625">
                      <a:normAutofit/>
                    </a:bodyPr>
                    <a:lstStyle/>
                    <a:p>
                      <a:pPr algn="l"/>
                      <a:r>
                        <a:rPr sz="788" b="1">
                          <a:solidFill>
                            <a:srgbClr val="1769AA"/>
                          </a:solidFill>
                          <a:latin typeface="Arial"/>
                          <a:ea typeface="Arial"/>
                          <a:cs typeface="Arial"/>
                        </a:rPr>
                        <a:t>Review Required</a:t>
                      </a:r>
                    </a:p>
                  </a:txBody>
                  <a:tcPr marL="91440" marR="91440" marT="45720" marB="45720" anchor="ctr">
                    <a:solidFill>
                      <a:srgbClr val="FFFFFF"/>
                    </a:solidFill>
                  </a:tcPr>
                </a:tc>
              </a:tr>
            </a:tbl>
          </a:graphicData>
        </a:graphic>
      </p:graphicFrame>
      <p:sp>
        <p:nvSpPr>
          <p:cNvPr id="24" name="">
            <a:extLst xmlns:a="http://schemas.openxmlformats.org/drawingml/2006/main">
              <a:ext uri="{FF2B5EF4-FFF2-40B4-BE49-F238E27FC236}">
                <a16:creationId xmlns:a16="http://schemas.microsoft.com/office/drawing/2014/main" id="{F1FF859F-7893-48DB-82B4-AE0B3BCF48A0}"/>
              </a:ext>
            </a:extLst>
          </p:cNvPr>
          <p:cNvSpPr>
            <a:spLocks xmlns:a="http://schemas.openxmlformats.org/drawingml/2006/main" noGrp="1"/>
          </p:cNvSpPr>
          <p:nvPr/>
        </p:nvSpPr>
        <p:spPr>
          <a:xfrm xmlns:a="http://schemas.openxmlformats.org/drawingml/2006/main">
            <a:off x="4305300" y="4857750"/>
            <a:ext cx="693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863" i="1">
                <a:solidFill>
                  <a:srgbClr val="475467"/>
                </a:solidFill>
                <a:latin typeface="Arial"/>
                <a:ea typeface="Arial"/>
                <a:cs typeface="Arial"/>
              </a:defRPr>
            </a:pPr>
            <a:r>
              <a:rPr sz="863" i="1">
                <a:solidFill>
                  <a:srgbClr val="475467"/>
                </a:solidFill>
                <a:latin typeface="Arial"/>
                <a:ea typeface="Arial"/>
                <a:cs typeface="Arial"/>
              </a:rPr>
              <a:t>Jaccard score = shared definition tokens divided by all unique definition tokens. Business-rule differences override the score.</a:t>
            </a:r>
          </a:p>
        </p:txBody>
      </p:sp>
      <p:sp>
        <p:nvSpPr>
          <p:cNvPr id="25" name="">
            <a:extLst xmlns:a="http://schemas.openxmlformats.org/drawingml/2006/main">
              <a:ext uri="{FF2B5EF4-FFF2-40B4-BE49-F238E27FC236}">
                <a16:creationId xmlns:a16="http://schemas.microsoft.com/office/drawing/2014/main" id="{62D8FD41-3365-4B46-9845-FA186917C57B}"/>
              </a:ext>
            </a:extLst>
          </p:cNvPr>
          <p:cNvSpPr>
            <a:spLocks xmlns:a="http://schemas.openxmlformats.org/drawingml/2006/main" noGrp="1"/>
          </p:cNvSpPr>
          <p:nvPr/>
        </p:nvSpPr>
        <p:spPr>
          <a:xfrm xmlns:a="http://schemas.openxmlformats.org/drawingml/2006/main">
            <a:off x="4219575" y="5372100"/>
            <a:ext cx="7429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078F0"/>
                </a:solidFill>
                <a:latin typeface="Arial"/>
                <a:ea typeface="Arial"/>
                <a:cs typeface="Arial"/>
              </a:defRPr>
            </a:pPr>
            <a:r>
              <a:rPr sz="1350" b="1">
                <a:solidFill>
                  <a:srgbClr val="0078F0"/>
                </a:solidFill>
                <a:latin typeface="Arial"/>
                <a:ea typeface="Arial"/>
                <a:cs typeface="Arial"/>
              </a:rPr>
              <a:t>Business Outcomes</a:t>
            </a:r>
          </a:p>
        </p:txBody>
      </p:sp>
      <p:sp>
        <p:nvSpPr>
          <p:cNvPr id="26" name="">
            <a:extLst xmlns:a="http://schemas.openxmlformats.org/drawingml/2006/main">
              <a:ext uri="{FF2B5EF4-FFF2-40B4-BE49-F238E27FC236}">
                <a16:creationId xmlns:a16="http://schemas.microsoft.com/office/drawing/2014/main" id="{FFE906AC-252E-45AA-A045-F5F8A9946EEC}"/>
              </a:ext>
            </a:extLst>
          </p:cNvPr>
          <p:cNvSpPr>
            <a:spLocks xmlns:a="http://schemas.openxmlformats.org/drawingml/2006/main" noGrp="1"/>
          </p:cNvSpPr>
          <p:nvPr/>
        </p:nvSpPr>
        <p:spPr>
          <a:xfrm xmlns:a="http://schemas.openxmlformats.org/drawingml/2006/main">
            <a:off x="4219575" y="5638800"/>
            <a:ext cx="7429500" cy="0"/>
          </a:xfrm>
          <a:prstGeom xmlns:a="http://schemas.openxmlformats.org/drawingml/2006/main" prst="line">
            <a:avLst/>
          </a:prstGeom>
          <a:ln xmlns:a="http://schemas.openxmlformats.org/drawingml/2006/main" w="11430">
            <a:solidFill>
              <a:srgbClr val="1B2A78"/>
            </a:solidFill>
            <a:prstDash val="solid"/>
          </a:ln>
        </p:spPr>
      </p:sp>
      <p:sp>
        <p:nvSpPr>
          <p:cNvPr id="27" name="">
            <a:extLst xmlns:a="http://schemas.openxmlformats.org/drawingml/2006/main">
              <a:ext uri="{FF2B5EF4-FFF2-40B4-BE49-F238E27FC236}">
                <a16:creationId xmlns:a16="http://schemas.microsoft.com/office/drawing/2014/main" id="{A2CC3977-057A-49CC-A5EF-2A8D4F8B226B}"/>
              </a:ext>
            </a:extLst>
          </p:cNvPr>
          <p:cNvSpPr>
            <a:spLocks xmlns:a="http://schemas.openxmlformats.org/drawingml/2006/main" noGrp="1"/>
          </p:cNvSpPr>
          <p:nvPr/>
        </p:nvSpPr>
        <p:spPr>
          <a:xfrm xmlns:a="http://schemas.openxmlformats.org/drawingml/2006/main">
            <a:off x="4200525" y="5857875"/>
            <a:ext cx="0" cy="723900"/>
          </a:xfrm>
          <a:prstGeom xmlns:a="http://schemas.openxmlformats.org/drawingml/2006/main" prst="line">
            <a:avLst/>
          </a:prstGeom>
          <a:ln xmlns:a="http://schemas.openxmlformats.org/drawingml/2006/main" w="9525">
            <a:solidFill>
              <a:srgbClr val="8CC6FF"/>
            </a:solidFill>
            <a:prstDash val="solid"/>
          </a:ln>
        </p:spPr>
      </p:sp>
      <p:sp>
        <p:nvSpPr>
          <p:cNvPr id="28" name="">
            <a:extLst xmlns:a="http://schemas.openxmlformats.org/drawingml/2006/main">
              <a:ext uri="{FF2B5EF4-FFF2-40B4-BE49-F238E27FC236}">
                <a16:creationId xmlns:a16="http://schemas.microsoft.com/office/drawing/2014/main" id="{4D7BAC70-4B5B-42D5-8F69-5FD1646C990E}"/>
              </a:ext>
            </a:extLst>
          </p:cNvPr>
          <p:cNvSpPr>
            <a:spLocks xmlns:a="http://schemas.openxmlformats.org/drawingml/2006/main" noGrp="1"/>
          </p:cNvSpPr>
          <p:nvPr/>
        </p:nvSpPr>
        <p:spPr>
          <a:xfrm xmlns:a="http://schemas.openxmlformats.org/drawingml/2006/main">
            <a:off x="4333875" y="591502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765"/>
          </a:bodyPr>
          <a:lstStyle xmlns:a="http://schemas.openxmlformats.org/drawingml/2006/main"/>
          <a:p xmlns:a="http://schemas.openxmlformats.org/drawingml/2006/main">
            <a:pPr>
              <a:defRPr sz="1350">
                <a:solidFill>
                  <a:srgbClr val="101828"/>
                </a:solidFill>
                <a:latin typeface="Arial"/>
                <a:ea typeface="Arial"/>
                <a:cs typeface="Arial"/>
              </a:defRPr>
            </a:pPr>
            <a:r>
              <a:rPr sz="1350" b="1">
                <a:solidFill>
                  <a:srgbClr val="101828"/>
                </a:solidFill>
                <a:latin typeface="Arial"/>
                <a:ea typeface="Arial"/>
                <a:cs typeface="Arial"/>
              </a:rPr>
              <a:t>Faster review</a:t>
            </a:r>
          </a:p>
          <a:p xmlns:a="http://schemas.openxmlformats.org/drawingml/2006/main">
            <a:pPr>
              <a:defRPr sz="1350">
                <a:solidFill>
                  <a:srgbClr val="101828"/>
                </a:solidFill>
                <a:latin typeface="Arial"/>
                <a:ea typeface="Arial"/>
                <a:cs typeface="Arial"/>
              </a:defRPr>
            </a:pPr>
            <a:r>
              <a:rPr sz="1350">
                <a:solidFill>
                  <a:srgbClr val="101828"/>
                </a:solidFill>
                <a:latin typeface="Arial"/>
                <a:ea typeface="Arial"/>
                <a:cs typeface="Arial"/>
              </a:rPr>
              <a:t>Pairwise scoring replaces manual definition checks</a:t>
            </a:r>
          </a:p>
        </p:txBody>
      </p:sp>
      <p:sp>
        <p:nvSpPr>
          <p:cNvPr id="29" name="">
            <a:extLst xmlns:a="http://schemas.openxmlformats.org/drawingml/2006/main">
              <a:ext uri="{FF2B5EF4-FFF2-40B4-BE49-F238E27FC236}">
                <a16:creationId xmlns:a16="http://schemas.microsoft.com/office/drawing/2014/main" id="{D9A3EA8A-21D3-43B0-95AA-D1BC0C6C2D6D}"/>
              </a:ext>
            </a:extLst>
          </p:cNvPr>
          <p:cNvSpPr>
            <a:spLocks xmlns:a="http://schemas.openxmlformats.org/drawingml/2006/main" noGrp="1"/>
          </p:cNvSpPr>
          <p:nvPr/>
        </p:nvSpPr>
        <p:spPr>
          <a:xfrm xmlns:a="http://schemas.openxmlformats.org/drawingml/2006/main">
            <a:off x="6724650" y="5857875"/>
            <a:ext cx="0" cy="723900"/>
          </a:xfrm>
          <a:prstGeom xmlns:a="http://schemas.openxmlformats.org/drawingml/2006/main" prst="line">
            <a:avLst/>
          </a:prstGeom>
          <a:ln xmlns:a="http://schemas.openxmlformats.org/drawingml/2006/main" w="9525">
            <a:solidFill>
              <a:srgbClr val="8CC6FF"/>
            </a:solidFill>
            <a:prstDash val="solid"/>
          </a:ln>
        </p:spPr>
      </p:sp>
      <p:sp>
        <p:nvSpPr>
          <p:cNvPr id="30" name="">
            <a:extLst xmlns:a="http://schemas.openxmlformats.org/drawingml/2006/main">
              <a:ext uri="{FF2B5EF4-FFF2-40B4-BE49-F238E27FC236}">
                <a16:creationId xmlns:a16="http://schemas.microsoft.com/office/drawing/2014/main" id="{224C804E-173C-4712-92C0-E487F1A985FA}"/>
              </a:ext>
            </a:extLst>
          </p:cNvPr>
          <p:cNvSpPr>
            <a:spLocks xmlns:a="http://schemas.openxmlformats.org/drawingml/2006/main" noGrp="1"/>
          </p:cNvSpPr>
          <p:nvPr/>
        </p:nvSpPr>
        <p:spPr>
          <a:xfrm xmlns:a="http://schemas.openxmlformats.org/drawingml/2006/main">
            <a:off x="6858000" y="591502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765"/>
          </a:bodyPr>
          <a:lstStyle xmlns:a="http://schemas.openxmlformats.org/drawingml/2006/main"/>
          <a:p xmlns:a="http://schemas.openxmlformats.org/drawingml/2006/main">
            <a:pPr>
              <a:defRPr sz="1350">
                <a:solidFill>
                  <a:srgbClr val="101828"/>
                </a:solidFill>
                <a:latin typeface="Arial"/>
                <a:ea typeface="Arial"/>
                <a:cs typeface="Arial"/>
              </a:defRPr>
            </a:pPr>
            <a:r>
              <a:rPr sz="1350" b="1">
                <a:solidFill>
                  <a:srgbClr val="101828"/>
                </a:solidFill>
                <a:latin typeface="Arial"/>
                <a:ea typeface="Arial"/>
                <a:cs typeface="Arial"/>
              </a:rPr>
              <a:t>Safer decisions</a:t>
            </a:r>
          </a:p>
          <a:p xmlns:a="http://schemas.openxmlformats.org/drawingml/2006/main">
            <a:pPr>
              <a:defRPr sz="1350">
                <a:solidFill>
                  <a:srgbClr val="101828"/>
                </a:solidFill>
                <a:latin typeface="Arial"/>
                <a:ea typeface="Arial"/>
                <a:cs typeface="Arial"/>
              </a:defRPr>
            </a:pPr>
            <a:r>
              <a:rPr sz="1350">
                <a:solidFill>
                  <a:srgbClr val="101828"/>
                </a:solidFill>
                <a:latin typeface="Arial"/>
                <a:ea typeface="Arial"/>
                <a:cs typeface="Arial"/>
              </a:rPr>
              <a:t>Rule differences remain visible before cleanup</a:t>
            </a:r>
          </a:p>
        </p:txBody>
      </p:sp>
      <p:sp>
        <p:nvSpPr>
          <p:cNvPr id="31" name="">
            <a:extLst xmlns:a="http://schemas.openxmlformats.org/drawingml/2006/main">
              <a:ext uri="{FF2B5EF4-FFF2-40B4-BE49-F238E27FC236}">
                <a16:creationId xmlns:a16="http://schemas.microsoft.com/office/drawing/2014/main" id="{F325B646-D0A4-4AE5-9845-2E38AE304C4F}"/>
              </a:ext>
            </a:extLst>
          </p:cNvPr>
          <p:cNvSpPr>
            <a:spLocks xmlns:a="http://schemas.openxmlformats.org/drawingml/2006/main" noGrp="1"/>
          </p:cNvSpPr>
          <p:nvPr/>
        </p:nvSpPr>
        <p:spPr>
          <a:xfrm xmlns:a="http://schemas.openxmlformats.org/drawingml/2006/main">
            <a:off x="9248775" y="5857875"/>
            <a:ext cx="0" cy="723900"/>
          </a:xfrm>
          <a:prstGeom xmlns:a="http://schemas.openxmlformats.org/drawingml/2006/main" prst="line">
            <a:avLst/>
          </a:prstGeom>
          <a:ln xmlns:a="http://schemas.openxmlformats.org/drawingml/2006/main" w="9525">
            <a:solidFill>
              <a:srgbClr val="8CC6FF"/>
            </a:solidFill>
            <a:prstDash val="solid"/>
          </a:ln>
        </p:spPr>
      </p:sp>
      <p:sp>
        <p:nvSpPr>
          <p:cNvPr id="32" name="">
            <a:extLst xmlns:a="http://schemas.openxmlformats.org/drawingml/2006/main">
              <a:ext uri="{FF2B5EF4-FFF2-40B4-BE49-F238E27FC236}">
                <a16:creationId xmlns:a16="http://schemas.microsoft.com/office/drawing/2014/main" id="{149A6B01-A6EE-498B-9F29-D284E4AB7B01}"/>
              </a:ext>
            </a:extLst>
          </p:cNvPr>
          <p:cNvSpPr>
            <a:spLocks xmlns:a="http://schemas.openxmlformats.org/drawingml/2006/main" noGrp="1"/>
          </p:cNvSpPr>
          <p:nvPr/>
        </p:nvSpPr>
        <p:spPr>
          <a:xfrm xmlns:a="http://schemas.openxmlformats.org/drawingml/2006/main">
            <a:off x="9382125" y="5915025"/>
            <a:ext cx="2333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919"/>
          </a:bodyPr>
          <a:lstStyle xmlns:a="http://schemas.openxmlformats.org/drawingml/2006/main"/>
          <a:p xmlns:a="http://schemas.openxmlformats.org/drawingml/2006/main">
            <a:pPr>
              <a:defRPr sz="1350">
                <a:solidFill>
                  <a:srgbClr val="101828"/>
                </a:solidFill>
                <a:latin typeface="Arial"/>
                <a:ea typeface="Arial"/>
                <a:cs typeface="Arial"/>
              </a:defRPr>
            </a:pPr>
            <a:r>
              <a:rPr sz="1350" b="1">
                <a:solidFill>
                  <a:srgbClr val="101828"/>
                </a:solidFill>
                <a:latin typeface="Arial"/>
                <a:ea typeface="Arial"/>
                <a:cs typeface="Arial"/>
              </a:rPr>
              <a:t>Clear governance</a:t>
            </a:r>
          </a:p>
          <a:p xmlns:a="http://schemas.openxmlformats.org/drawingml/2006/main">
            <a:pPr>
              <a:defRPr sz="1350">
                <a:solidFill>
                  <a:srgbClr val="101828"/>
                </a:solidFill>
                <a:latin typeface="Arial"/>
                <a:ea typeface="Arial"/>
                <a:cs typeface="Arial"/>
              </a:defRPr>
            </a:pPr>
            <a:r>
              <a:rPr sz="1350">
                <a:solidFill>
                  <a:srgbClr val="101828"/>
                </a:solidFill>
                <a:latin typeface="Arial"/>
                <a:ea typeface="Arial"/>
                <a:cs typeface="Arial"/>
              </a:rPr>
              <a:t>Each pair keeps its score, differences and recommendation</a:t>
            </a:r>
          </a:p>
        </p:txBody>
      </p:sp>
    </p:spTree>
    <p:extLst>
      <p:ext uri="{BB962C8B-B14F-4D97-AF65-F5344CB8AC3E}">
        <p14:creationId xmlns:p14="http://schemas.microsoft.com/office/powerpoint/2010/main" val="14345846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Title 9">
            <a:extLst xmlns:a="http://schemas.openxmlformats.org/drawingml/2006/main">
              <a:ext uri="{FF2B5EF4-FFF2-40B4-BE49-F238E27FC236}">
                <a16:creationId xmlns:a16="http://schemas.microsoft.com/office/drawing/2014/main" id="{DB86D4E2-181E-AE31-4ECD-94B02D33FFDA}"/>
              </a:ext>
            </a:extLst>
          </p:cNvPr>
          <p:cNvSpPr>
            <a:spLocks xmlns:a="http://schemas.openxmlformats.org/drawingml/2006/main" noGrp="1"/>
          </p:cNvSpPr>
          <p:nvPr>
            <p:ph type="title" idx="0"/>
          </p:nvPr>
        </p:nvSpPr>
        <p:spPr>
          <a:xfrm xmlns:a="http://schemas.openxmlformats.org/drawingml/2006/main">
            <a:off x="263525" y="188913"/>
            <a:ext cx="11688763" cy="953668"/>
          </a:xfrm>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a:latin typeface="Arial"/>
                <a:ea typeface="Arial"/>
                <a:cs typeface="Arial"/>
              </a:defRPr>
            </a:pPr>
            <a:r>
              <a:rPr sz="2250" b="1">
                <a:solidFill>
                  <a:srgbClr val="172B4D"/>
                </a:solidFill>
                <a:latin typeface="Arial"/>
                <a:ea typeface="Arial"/>
                <a:cs typeface="Arial"/>
              </a:rPr>
              <a:t>High Level Architecture</a:t>
            </a:r>
          </a:p>
          <a:p xmlns:a="http://schemas.openxmlformats.org/drawingml/2006/main">
            <a:pPr>
              <a:defRPr sz="2250">
                <a:latin typeface="Arial"/>
                <a:ea typeface="Arial"/>
                <a:cs typeface="Arial"/>
              </a:defRPr>
            </a:pPr>
            <a:r>
              <a:rPr sz="2250">
                <a:solidFill>
                  <a:srgbClr val="111111"/>
                </a:solidFill>
                <a:latin typeface="Arial"/>
                <a:ea typeface="Arial"/>
                <a:cs typeface="Arial"/>
              </a:rPr>
              <a:t>CJA Segment Cleanup Python Application</a:t>
            </a:r>
          </a:p>
        </p:txBody>
      </p:sp>
      <p:sp>
        <p:nvSpPr>
          <p:cNvPr id="11" name="">
            <a:extLst xmlns:a="http://schemas.openxmlformats.org/drawingml/2006/main">
              <a:ext uri="{FF2B5EF4-FFF2-40B4-BE49-F238E27FC236}">
                <a16:creationId xmlns:a16="http://schemas.microsoft.com/office/drawing/2014/main" id="{95219683-534A-4580-BDAC-6FCF876AFAE1}"/>
              </a:ext>
            </a:extLst>
          </p:cNvPr>
          <p:cNvSpPr>
            <a:spLocks xmlns:a="http://schemas.openxmlformats.org/drawingml/2006/main" noGrp="1"/>
          </p:cNvSpPr>
          <p:nvPr/>
        </p:nvSpPr>
        <p:spPr>
          <a:xfrm xmlns:a="http://schemas.openxmlformats.org/drawingml/2006/main">
            <a:off x="552450" y="1219200"/>
            <a:ext cx="7858125" cy="5067300"/>
          </a:xfrm>
          <a:prstGeom xmlns:a="http://schemas.openxmlformats.org/drawingml/2006/main" prst="roundRect">
            <a:avLst>
              <a:gd name="adj" fmla="val 1692"/>
            </a:avLst>
          </a:prstGeom>
          <a:solidFill xmlns:a="http://schemas.openxmlformats.org/drawingml/2006/main">
            <a:srgbClr val="F6F9FC"/>
          </a:solidFill>
          <a:ln xmlns:a="http://schemas.openxmlformats.org/drawingml/2006/main" w="10478">
            <a:solidFill>
              <a:srgbClr val="B6C9DC"/>
            </a:solidFill>
            <a:prstDash val="solid"/>
          </a:ln>
        </p:spPr>
      </p:sp>
      <p:sp>
        <p:nvSpPr>
          <p:cNvPr id="12" name="">
            <a:extLst xmlns:a="http://schemas.openxmlformats.org/drawingml/2006/main">
              <a:ext uri="{FF2B5EF4-FFF2-40B4-BE49-F238E27FC236}">
                <a16:creationId xmlns:a16="http://schemas.microsoft.com/office/drawing/2014/main" id="{CC94DAF5-969B-4794-B449-D367FDC81964}"/>
              </a:ext>
            </a:extLst>
          </p:cNvPr>
          <p:cNvSpPr>
            <a:spLocks xmlns:a="http://schemas.openxmlformats.org/drawingml/2006/main" noGrp="1"/>
          </p:cNvSpPr>
          <p:nvPr/>
        </p:nvSpPr>
        <p:spPr>
          <a:xfrm xmlns:a="http://schemas.openxmlformats.org/drawingml/2006/main">
            <a:off x="723900" y="1333500"/>
            <a:ext cx="7477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172B4D"/>
                </a:solidFill>
                <a:latin typeface="Arial"/>
                <a:ea typeface="Arial"/>
                <a:cs typeface="Arial"/>
              </a:defRPr>
            </a:pPr>
            <a:r>
              <a:rPr sz="1275" b="1">
                <a:solidFill>
                  <a:srgbClr val="172B4D"/>
                </a:solidFill>
                <a:latin typeface="Arial"/>
                <a:ea typeface="Arial"/>
                <a:cs typeface="Arial"/>
              </a:rPr>
              <a:t>CJA Segment Cleanup Tool</a:t>
            </a:r>
          </a:p>
        </p:txBody>
      </p:sp>
      <p:sp>
        <p:nvSpPr>
          <p:cNvPr id="13" name="">
            <a:extLst xmlns:a="http://schemas.openxmlformats.org/drawingml/2006/main">
              <a:ext uri="{FF2B5EF4-FFF2-40B4-BE49-F238E27FC236}">
                <a16:creationId xmlns:a16="http://schemas.microsoft.com/office/drawing/2014/main" id="{D4102034-8F35-481E-9657-29612E785519}"/>
              </a:ext>
            </a:extLst>
          </p:cNvPr>
          <p:cNvSpPr>
            <a:spLocks xmlns:a="http://schemas.openxmlformats.org/drawingml/2006/main" noGrp="1"/>
          </p:cNvSpPr>
          <p:nvPr/>
        </p:nvSpPr>
        <p:spPr>
          <a:xfrm xmlns:a="http://schemas.openxmlformats.org/drawingml/2006/main">
            <a:off x="762000" y="1657350"/>
            <a:ext cx="7429500" cy="5143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7620">
            <a:solidFill>
              <a:srgbClr val="CDD8E4"/>
            </a:solidFill>
            <a:prstDash val="solid"/>
          </a:ln>
        </p:spPr>
        <p:txBody>
          <a:bodyPr xmlns:a="http://schemas.openxmlformats.org/drawingml/2006/main" lIns="114300" tIns="57150" rIns="114300" bIns="57150" anchor="ctr"/>
          <a:lstStyle xmlns:a="http://schemas.openxmlformats.org/drawingml/2006/main"/>
          <a:p xmlns:a="http://schemas.openxmlformats.org/drawingml/2006/main">
            <a:pPr>
              <a:defRPr sz="975" i="1">
                <a:solidFill>
                  <a:srgbClr val="24364B"/>
                </a:solidFill>
                <a:latin typeface="Arial"/>
                <a:ea typeface="Arial"/>
                <a:cs typeface="Arial"/>
              </a:defRPr>
            </a:pPr>
            <a:r>
              <a:rPr sz="975" i="1">
                <a:solidFill>
                  <a:srgbClr val="24364B"/>
                </a:solidFill>
                <a:latin typeface="Arial"/>
                <a:ea typeface="Arial"/>
                <a:cs typeface="Arial"/>
              </a:rPr>
              <a:t>Trigger: "Run segment cleanup scan" (scheduled or on-demand)</a:t>
            </a:r>
          </a:p>
        </p:txBody>
      </p:sp>
      <p:sp>
        <p:nvSpPr>
          <p:cNvPr id="14" name="">
            <a:extLst xmlns:a="http://schemas.openxmlformats.org/drawingml/2006/main">
              <a:ext uri="{FF2B5EF4-FFF2-40B4-BE49-F238E27FC236}">
                <a16:creationId xmlns:a16="http://schemas.microsoft.com/office/drawing/2014/main" id="{10FFA787-D2AC-47C6-8DAB-77B782404B7A}"/>
              </a:ext>
            </a:extLst>
          </p:cNvPr>
          <p:cNvSpPr>
            <a:spLocks xmlns:a="http://schemas.openxmlformats.org/drawingml/2006/main" noGrp="1"/>
          </p:cNvSpPr>
          <p:nvPr/>
        </p:nvSpPr>
        <p:spPr>
          <a:xfrm xmlns:a="http://schemas.openxmlformats.org/drawingml/2006/main">
            <a:off x="723900" y="22669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667085"/>
                </a:solidFill>
                <a:latin typeface="Arial"/>
                <a:ea typeface="Arial"/>
                <a:cs typeface="Arial"/>
              </a:defRPr>
            </a:pPr>
            <a:r>
              <a:rPr sz="975" b="1">
                <a:solidFill>
                  <a:srgbClr val="667085"/>
                </a:solidFill>
                <a:latin typeface="Arial"/>
                <a:ea typeface="Arial"/>
                <a:cs typeface="Arial"/>
              </a:rPr>
              <a:t>Backend</a:t>
            </a:r>
          </a:p>
        </p:txBody>
      </p:sp>
      <p:sp>
        <p:nvSpPr>
          <p:cNvPr id="15" name="">
            <a:extLst xmlns:a="http://schemas.openxmlformats.org/drawingml/2006/main">
              <a:ext uri="{FF2B5EF4-FFF2-40B4-BE49-F238E27FC236}">
                <a16:creationId xmlns:a16="http://schemas.microsoft.com/office/drawing/2014/main" id="{A59A1167-9C56-4F9F-9C17-1BB03A4704A0}"/>
              </a:ext>
            </a:extLst>
          </p:cNvPr>
          <p:cNvSpPr>
            <a:spLocks xmlns:a="http://schemas.openxmlformats.org/drawingml/2006/main" noGrp="1"/>
          </p:cNvSpPr>
          <p:nvPr/>
        </p:nvSpPr>
        <p:spPr>
          <a:xfrm xmlns:a="http://schemas.openxmlformats.org/drawingml/2006/main">
            <a:off x="9096375" y="1676400"/>
            <a:ext cx="2476500" cy="2857500"/>
          </a:xfrm>
          <a:prstGeom xmlns:a="http://schemas.openxmlformats.org/drawingml/2006/main" prst="roundRect">
            <a:avLst>
              <a:gd name="adj" fmla="val 3077"/>
            </a:avLst>
          </a:prstGeom>
          <a:solidFill xmlns:a="http://schemas.openxmlformats.org/drawingml/2006/main">
            <a:srgbClr val="E5F4EA"/>
          </a:solidFill>
          <a:ln xmlns:a="http://schemas.openxmlformats.org/drawingml/2006/main" w="11430">
            <a:solidFill>
              <a:srgbClr val="4C9A68"/>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Adobe CJA API</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/data/dataviews
/segments
/projects
OAuth Server-to-Server
Scoped read-only access</a:t>
            </a:r>
          </a:p>
        </p:txBody>
      </p:sp>
      <p:sp>
        <p:nvSpPr>
          <p:cNvPr id="16" name="">
            <a:extLst xmlns:a="http://schemas.openxmlformats.org/drawingml/2006/main">
              <a:ext uri="{FF2B5EF4-FFF2-40B4-BE49-F238E27FC236}">
                <a16:creationId xmlns:a16="http://schemas.microsoft.com/office/drawing/2014/main" id="{FA0F1652-3082-4D0E-B582-3D83F33BE183}"/>
              </a:ext>
            </a:extLst>
          </p:cNvPr>
          <p:cNvSpPr>
            <a:spLocks xmlns:a="http://schemas.openxmlformats.org/drawingml/2006/main" noGrp="1"/>
          </p:cNvSpPr>
          <p:nvPr/>
        </p:nvSpPr>
        <p:spPr>
          <a:xfrm xmlns:a="http://schemas.openxmlformats.org/drawingml/2006/main">
            <a:off x="1476375" y="2505075"/>
            <a:ext cx="9525" cy="9525"/>
          </a:xfrm>
          <a:prstGeom xmlns:a="http://schemas.openxmlformats.org/drawingml/2006/main" prst="rect">
            <a:avLst/>
          </a:prstGeom>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C0BB29-26D5-46B9-8863-858504FF8876}"/>
              </a:ext>
            </a:extLst>
          </p:cNvPr>
          <p:cNvSpPr>
            <a:spLocks xmlns:a="http://schemas.openxmlformats.org/drawingml/2006/main" noGrp="1"/>
          </p:cNvSpPr>
          <p:nvPr/>
        </p:nvSpPr>
        <p:spPr>
          <a:xfrm xmlns:a="http://schemas.openxmlformats.org/drawingml/2006/main">
            <a:off x="9077325" y="2505075"/>
            <a:ext cx="9525" cy="9525"/>
          </a:xfrm>
          <a:prstGeom xmlns:a="http://schemas.openxmlformats.org/drawingml/2006/main" prst="rect">
            <a:avLst/>
          </a:prstGeom>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D006BA3-5AF5-4A4F-A3F3-67D4E98F0363}"/>
              </a:ext>
            </a:extLst>
          </p:cNvPr>
          <p:cNvSpPr>
            <a:spLocks xmlns:a="http://schemas.openxmlformats.org/drawingml/2006/main" noGrp="1"/>
          </p:cNvSpPr>
          <p:nvPr/>
        </p:nvSpPr>
        <p:spPr>
          <a:xfrm xmlns:a="http://schemas.openxmlformats.org/drawingml/2006/main">
            <a:off x="9077325" y="2686050"/>
            <a:ext cx="9525" cy="9525"/>
          </a:xfrm>
          <a:prstGeom xmlns:a="http://schemas.openxmlformats.org/drawingml/2006/main" prst="rect">
            <a:avLst/>
          </a:prstGeom>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A1ACFE4-0DED-4F74-85D9-4F3EE8494880}"/>
              </a:ext>
            </a:extLst>
          </p:cNvPr>
          <p:cNvSpPr>
            <a:spLocks xmlns:a="http://schemas.openxmlformats.org/drawingml/2006/main" noGrp="1"/>
          </p:cNvSpPr>
          <p:nvPr/>
        </p:nvSpPr>
        <p:spPr>
          <a:xfrm xmlns:a="http://schemas.openxmlformats.org/drawingml/2006/main">
            <a:off x="1476375" y="2686050"/>
            <a:ext cx="9525" cy="9525"/>
          </a:xfrm>
          <a:prstGeom xmlns:a="http://schemas.openxmlformats.org/drawingml/2006/main" prst="rect">
            <a:avLst/>
          </a:prstGeom>
          <a:ln xmlns:a="http://schemas.openxmlformats.org/drawingml/2006/main" w="0">
            <a:noFill/>
          </a:ln>
        </p:spPr>
      </p:sp>
      <p:cxnSp>
        <p:nvCxnSpPr>
          <p:cNvPr id="50" name=""/>
          <p:cNvCxnSpPr>
            <a:stCxn xmlns:a="http://schemas.openxmlformats.org/drawingml/2006/main" id="16" idx="3"/>
            <a:endCxn xmlns:a="http://schemas.openxmlformats.org/drawingml/2006/main" id="17" idx="1"/>
          </p:cNvCxnSpPr>
          <p:nvPr/>
        </p:nvCxnSpPr>
        <p:spPr>
          <a:xfrm xmlns:a="http://schemas.openxmlformats.org/drawingml/2006/main">
            <a:off x="1485900" y="2509838"/>
            <a:ext cx="7591425" cy="0"/>
          </a:xfrm>
          <a:prstGeom xmlns:a="http://schemas.openxmlformats.org/drawingml/2006/main" prst="straightConnector1">
            <a:avLst/>
          </a:prstGeom>
          <a:ln xmlns:a="http://schemas.openxmlformats.org/drawingml/2006/main" w="16193">
            <a:solidFill>
              <a:srgbClr val="3E6BFF"/>
            </a:solidFill>
            <a:prstDash val="dash"/>
            <a:headEnd type="triangle" w="sm" len="sm"/>
          </a:ln>
        </p:spPr>
      </p:cxnSp>
      <p:cxnSp>
        <p:nvCxnSpPr>
          <p:cNvPr id="51" name=""/>
          <p:cNvCxnSpPr>
            <a:stCxn xmlns:a="http://schemas.openxmlformats.org/drawingml/2006/main" id="18" idx="1"/>
            <a:endCxn xmlns:a="http://schemas.openxmlformats.org/drawingml/2006/main" id="19" idx="3"/>
          </p:cNvCxnSpPr>
          <p:nvPr/>
        </p:nvCxnSpPr>
        <p:spPr>
          <a:xfrm xmlns:a="http://schemas.openxmlformats.org/drawingml/2006/main" flipH="1">
            <a:off x="1485900" y="2690813"/>
            <a:ext cx="7591425" cy="0"/>
          </a:xfrm>
          <a:prstGeom xmlns:a="http://schemas.openxmlformats.org/drawingml/2006/main" prst="straightConnector1">
            <a:avLst/>
          </a:prstGeom>
          <a:ln xmlns:a="http://schemas.openxmlformats.org/drawingml/2006/main" w="16193">
            <a:solidFill>
              <a:srgbClr val="E53935"/>
            </a:solidFill>
            <a:prstDash val="dash"/>
            <a:headEnd type="triangle" w="sm" len="sm"/>
          </a:ln>
        </p:spPr>
      </p:cxnSp>
      <p:sp>
        <p:nvSpPr>
          <p:cNvPr id="22" name="">
            <a:extLst xmlns:a="http://schemas.openxmlformats.org/drawingml/2006/main">
              <a:ext uri="{FF2B5EF4-FFF2-40B4-BE49-F238E27FC236}">
                <a16:creationId xmlns:a16="http://schemas.microsoft.com/office/drawing/2014/main" id="{0E0AD98C-009B-4BC8-BC73-1FA8C875B083}"/>
              </a:ext>
            </a:extLst>
          </p:cNvPr>
          <p:cNvSpPr>
            <a:spLocks xmlns:a="http://schemas.openxmlformats.org/drawingml/2006/main" noGrp="1"/>
          </p:cNvSpPr>
          <p:nvPr/>
        </p:nvSpPr>
        <p:spPr>
          <a:xfrm xmlns:a="http://schemas.openxmlformats.org/drawingml/2006/main">
            <a:off x="4953000" y="232410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713">
                <a:solidFill>
                  <a:srgbClr val="3E6BFF"/>
                </a:solidFill>
                <a:latin typeface="Arial"/>
                <a:ea typeface="Arial"/>
                <a:cs typeface="Arial"/>
              </a:defRPr>
            </a:pPr>
            <a:r>
              <a:rPr sz="713">
                <a:solidFill>
                  <a:srgbClr val="3E6BFF"/>
                </a:solidFill>
                <a:latin typeface="Arial"/>
                <a:ea typeface="Arial"/>
                <a:cs typeface="Arial"/>
              </a:rPr>
              <a:t>POST API call to CJA</a:t>
            </a:r>
          </a:p>
        </p:txBody>
      </p:sp>
      <p:sp>
        <p:nvSpPr>
          <p:cNvPr id="23" name="">
            <a:extLst xmlns:a="http://schemas.openxmlformats.org/drawingml/2006/main">
              <a:ext uri="{FF2B5EF4-FFF2-40B4-BE49-F238E27FC236}">
                <a16:creationId xmlns:a16="http://schemas.microsoft.com/office/drawing/2014/main" id="{576E422D-D6A6-41FE-81EB-FA33DB5B5F49}"/>
              </a:ext>
            </a:extLst>
          </p:cNvPr>
          <p:cNvSpPr>
            <a:spLocks xmlns:a="http://schemas.openxmlformats.org/drawingml/2006/main" noGrp="1"/>
          </p:cNvSpPr>
          <p:nvPr/>
        </p:nvSpPr>
        <p:spPr>
          <a:xfrm xmlns:a="http://schemas.openxmlformats.org/drawingml/2006/main">
            <a:off x="4914900" y="2714625"/>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713">
                <a:solidFill>
                  <a:srgbClr val="D32F2F"/>
                </a:solidFill>
                <a:latin typeface="Arial"/>
                <a:ea typeface="Arial"/>
                <a:cs typeface="Arial"/>
              </a:defRPr>
            </a:pPr>
            <a:r>
              <a:rPr sz="713">
                <a:solidFill>
                  <a:srgbClr val="D32F2F"/>
                </a:solidFill>
                <a:latin typeface="Arial"/>
                <a:ea typeface="Arial"/>
                <a:cs typeface="Arial"/>
              </a:rPr>
              <a:t>GET API call / response</a:t>
            </a:r>
          </a:p>
        </p:txBody>
      </p:sp>
      <p:sp>
        <p:nvSpPr>
          <p:cNvPr id="24" name="">
            <a:extLst xmlns:a="http://schemas.openxmlformats.org/drawingml/2006/main">
              <a:ext uri="{FF2B5EF4-FFF2-40B4-BE49-F238E27FC236}">
                <a16:creationId xmlns:a16="http://schemas.microsoft.com/office/drawing/2014/main" id="{3D5FDC2F-9CAF-46C4-BD41-F980A50959E5}"/>
              </a:ext>
            </a:extLst>
          </p:cNvPr>
          <p:cNvSpPr>
            <a:spLocks xmlns:a="http://schemas.openxmlformats.org/drawingml/2006/main" noGrp="1"/>
          </p:cNvSpPr>
          <p:nvPr/>
        </p:nvSpPr>
        <p:spPr>
          <a:xfrm xmlns:a="http://schemas.openxmlformats.org/drawingml/2006/main">
            <a:off x="781050" y="3000375"/>
            <a:ext cx="2000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1430">
            <a:solidFill>
              <a:srgbClr val="3E6BFF"/>
            </a:solidFill>
            <a:prstDash val="solid"/>
          </a:ln>
        </p:spPr>
        <p:txBody>
          <a:bodyPr xmlns:a="http://schemas.openxmlformats.org/drawingml/2006/main" lIns="95250" tIns="57150" rIns="95250" bIns="57150" anchor="ctr">
            <a:normAutofit fontScale="85044"/>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Segment Fetcher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GET /segments
Definitions, tags and compatibility</a:t>
            </a:r>
          </a:p>
        </p:txBody>
      </p:sp>
      <p:sp>
        <p:nvSpPr>
          <p:cNvPr id="25" name="">
            <a:extLst xmlns:a="http://schemas.openxmlformats.org/drawingml/2006/main">
              <a:ext uri="{FF2B5EF4-FFF2-40B4-BE49-F238E27FC236}">
                <a16:creationId xmlns:a16="http://schemas.microsoft.com/office/drawing/2014/main" id="{9A1C294A-9FB9-4F3F-9CD6-766F52CAFDF9}"/>
              </a:ext>
            </a:extLst>
          </p:cNvPr>
          <p:cNvSpPr>
            <a:spLocks xmlns:a="http://schemas.openxmlformats.org/drawingml/2006/main" noGrp="1"/>
          </p:cNvSpPr>
          <p:nvPr/>
        </p:nvSpPr>
        <p:spPr>
          <a:xfrm xmlns:a="http://schemas.openxmlformats.org/drawingml/2006/main">
            <a:off x="3105150" y="3000375"/>
            <a:ext cx="2000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1430">
            <a:solidFill>
              <a:srgbClr val="3E6BFF"/>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Definition Normalizer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Canonicalises and tokenises definition JSON</a:t>
            </a:r>
          </a:p>
        </p:txBody>
      </p:sp>
      <p:sp>
        <p:nvSpPr>
          <p:cNvPr id="26" name="">
            <a:extLst xmlns:a="http://schemas.openxmlformats.org/drawingml/2006/main">
              <a:ext uri="{FF2B5EF4-FFF2-40B4-BE49-F238E27FC236}">
                <a16:creationId xmlns:a16="http://schemas.microsoft.com/office/drawing/2014/main" id="{61505FBA-5E0B-4E40-9030-C898BE8796CB}"/>
              </a:ext>
            </a:extLst>
          </p:cNvPr>
          <p:cNvSpPr>
            <a:spLocks xmlns:a="http://schemas.openxmlformats.org/drawingml/2006/main" noGrp="1"/>
          </p:cNvSpPr>
          <p:nvPr/>
        </p:nvSpPr>
        <p:spPr>
          <a:xfrm xmlns:a="http://schemas.openxmlformats.org/drawingml/2006/main">
            <a:off x="5429250" y="3000375"/>
            <a:ext cx="2000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1430">
            <a:solidFill>
              <a:srgbClr val="3E6BFF"/>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Similarity Engine</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Jaccard score and field-level differences</a:t>
            </a:r>
          </a:p>
        </p:txBody>
      </p:sp>
      <p:sp>
        <p:nvSpPr>
          <p:cNvPr id="27" name="">
            <a:extLst xmlns:a="http://schemas.openxmlformats.org/drawingml/2006/main">
              <a:ext uri="{FF2B5EF4-FFF2-40B4-BE49-F238E27FC236}">
                <a16:creationId xmlns:a16="http://schemas.microsoft.com/office/drawing/2014/main" id="{C5F9B886-F9D6-4059-B488-3CA8C115248F}"/>
              </a:ext>
            </a:extLst>
          </p:cNvPr>
          <p:cNvSpPr>
            <a:spLocks xmlns:a="http://schemas.openxmlformats.org/drawingml/2006/main" noGrp="1"/>
          </p:cNvSpPr>
          <p:nvPr/>
        </p:nvSpPr>
        <p:spPr>
          <a:xfrm xmlns:a="http://schemas.openxmlformats.org/drawingml/2006/main">
            <a:off x="781050" y="4114800"/>
            <a:ext cx="66484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1430">
            <a:solidFill>
              <a:srgbClr val="3E6BFF"/>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Classification Engine</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Exact Duplicate / Near Duplicate / Review Required</a:t>
            </a:r>
          </a:p>
        </p:txBody>
      </p:sp>
      <p:sp>
        <p:nvSpPr>
          <p:cNvPr id="28" name="">
            <a:extLst xmlns:a="http://schemas.openxmlformats.org/drawingml/2006/main">
              <a:ext uri="{FF2B5EF4-FFF2-40B4-BE49-F238E27FC236}">
                <a16:creationId xmlns:a16="http://schemas.microsoft.com/office/drawing/2014/main" id="{76A8FB1B-4866-45CE-B902-2A0A25C6037D}"/>
              </a:ext>
            </a:extLst>
          </p:cNvPr>
          <p:cNvSpPr>
            <a:spLocks xmlns:a="http://schemas.openxmlformats.org/drawingml/2006/main" noGrp="1"/>
          </p:cNvSpPr>
          <p:nvPr/>
        </p:nvSpPr>
        <p:spPr>
          <a:xfrm xmlns:a="http://schemas.openxmlformats.org/drawingml/2006/main">
            <a:off x="723900" y="47815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667085"/>
                </a:solidFill>
                <a:latin typeface="Arial"/>
                <a:ea typeface="Arial"/>
                <a:cs typeface="Arial"/>
              </a:defRPr>
            </a:pPr>
            <a:r>
              <a:rPr sz="975" b="1">
                <a:solidFill>
                  <a:srgbClr val="667085"/>
                </a:solidFill>
                <a:latin typeface="Arial"/>
                <a:ea typeface="Arial"/>
                <a:cs typeface="Arial"/>
              </a:rPr>
              <a:t>Output</a:t>
            </a:r>
          </a:p>
        </p:txBody>
      </p:sp>
      <p:sp>
        <p:nvSpPr>
          <p:cNvPr id="29" name="">
            <a:extLst xmlns:a="http://schemas.openxmlformats.org/drawingml/2006/main">
              <a:ext uri="{FF2B5EF4-FFF2-40B4-BE49-F238E27FC236}">
                <a16:creationId xmlns:a16="http://schemas.microsoft.com/office/drawing/2014/main" id="{E5A7F206-8A20-46DE-B5F1-CE4B22E9CF9C}"/>
              </a:ext>
            </a:extLst>
          </p:cNvPr>
          <p:cNvSpPr>
            <a:spLocks xmlns:a="http://schemas.openxmlformats.org/drawingml/2006/main" noGrp="1"/>
          </p:cNvSpPr>
          <p:nvPr/>
        </p:nvSpPr>
        <p:spPr>
          <a:xfrm xmlns:a="http://schemas.openxmlformats.org/drawingml/2006/main">
            <a:off x="781050" y="5048250"/>
            <a:ext cx="741045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1430">
            <a:solidFill>
              <a:srgbClr val="CDD8E4"/>
            </a:solid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ctr">
              <a:defRPr sz="1200">
                <a:latin typeface="Arial"/>
                <a:ea typeface="Arial"/>
                <a:cs typeface="Arial"/>
              </a:defRPr>
            </a:pPr>
            <a:r>
              <a:rPr sz="1200" b="1">
                <a:solidFill>
                  <a:srgbClr val="102A43"/>
                </a:solidFill>
                <a:latin typeface="Arial"/>
                <a:ea typeface="Arial"/>
                <a:cs typeface="Arial"/>
              </a:rPr>
              <a:t>HTML Dashboard Generator</a:t>
            </a:r>
          </a:p>
          <a:p xmlns:a="http://schemas.openxmlformats.org/drawingml/2006/main">
            <a:pPr algn="ctr">
              <a:defRPr sz="1200">
                <a:latin typeface="Arial"/>
                <a:ea typeface="Arial"/>
                <a:cs typeface="Arial"/>
              </a:defRPr>
            </a:pPr>
            <a:r>
              <a:rPr sz="1200">
                <a:solidFill>
                  <a:srgbClr val="486581"/>
                </a:solidFill>
                <a:latin typeface="Arial"/>
                <a:ea typeface="Arial"/>
                <a:cs typeface="Arial"/>
              </a:rPr>
              <a:t>Summary cards, cleanup overview, detailed findings and per-pair recommendation</a:t>
            </a:r>
          </a:p>
        </p:txBody>
      </p:sp>
      <p:cxnSp>
        <p:nvCxnSpPr>
          <p:cNvPr id="60" name=""/>
          <p:cNvCxnSpPr>
            <a:stCxn xmlns:a="http://schemas.openxmlformats.org/drawingml/2006/main" id="24" idx="3"/>
            <a:endCxn xmlns:a="http://schemas.openxmlformats.org/drawingml/2006/main" id="25" idx="1"/>
          </p:cNvCxnSpPr>
          <p:nvPr/>
        </p:nvCxnSpPr>
        <p:spPr>
          <a:xfrm xmlns:a="http://schemas.openxmlformats.org/drawingml/2006/main">
            <a:off x="2781300" y="3390900"/>
            <a:ext cx="323850" cy="0"/>
          </a:xfrm>
          <a:prstGeom xmlns:a="http://schemas.openxmlformats.org/drawingml/2006/main" prst="straightConnector1">
            <a:avLst/>
          </a:prstGeom>
          <a:ln xmlns:a="http://schemas.openxmlformats.org/drawingml/2006/main" w="17145">
            <a:solidFill>
              <a:srgbClr val="3E6BFF"/>
            </a:solidFill>
            <a:prstDash val="solid"/>
            <a:headEnd type="triangle" w="sm" len="sm"/>
          </a:ln>
        </p:spPr>
      </p:cxnSp>
      <p:cxnSp>
        <p:nvCxnSpPr>
          <p:cNvPr id="61" name=""/>
          <p:cNvCxnSpPr>
            <a:stCxn xmlns:a="http://schemas.openxmlformats.org/drawingml/2006/main" id="25" idx="3"/>
            <a:endCxn xmlns:a="http://schemas.openxmlformats.org/drawingml/2006/main" id="26" idx="1"/>
          </p:cNvCxnSpPr>
          <p:nvPr/>
        </p:nvCxnSpPr>
        <p:spPr>
          <a:xfrm xmlns:a="http://schemas.openxmlformats.org/drawingml/2006/main">
            <a:off x="5105400" y="3390900"/>
            <a:ext cx="323850" cy="0"/>
          </a:xfrm>
          <a:prstGeom xmlns:a="http://schemas.openxmlformats.org/drawingml/2006/main" prst="straightConnector1">
            <a:avLst/>
          </a:prstGeom>
          <a:ln xmlns:a="http://schemas.openxmlformats.org/drawingml/2006/main" w="17145">
            <a:solidFill>
              <a:srgbClr val="3E6BFF"/>
            </a:solidFill>
            <a:prstDash val="solid"/>
            <a:headEnd type="triangle" w="sm" len="sm"/>
          </a:ln>
        </p:spPr>
      </p:cxnSp>
      <p:cxnSp>
        <p:nvCxnSpPr>
          <p:cNvPr id="62" name=""/>
          <p:cNvCxnSpPr>
            <a:stCxn xmlns:a="http://schemas.openxmlformats.org/drawingml/2006/main" id="26" idx="2"/>
            <a:endCxn xmlns:a="http://schemas.openxmlformats.org/drawingml/2006/main" id="27" idx="0"/>
          </p:cNvCxnSpPr>
          <p:nvPr/>
        </p:nvCxnSpPr>
        <p:spPr>
          <a:xfrm xmlns:a="http://schemas.openxmlformats.org/drawingml/2006/main" flipH="1">
            <a:off x="4105275" y="3781425"/>
            <a:ext cx="2324100" cy="333375"/>
          </a:xfrm>
          <a:prstGeom xmlns:a="http://schemas.openxmlformats.org/drawingml/2006/main" prst="straightConnector1">
            <a:avLst/>
          </a:prstGeom>
          <a:ln xmlns:a="http://schemas.openxmlformats.org/drawingml/2006/main" w="17145">
            <a:solidFill>
              <a:srgbClr val="3E6BFF"/>
            </a:solidFill>
            <a:prstDash val="solid"/>
            <a:headEnd type="triangle" w="sm" len="sm"/>
          </a:ln>
        </p:spPr>
      </p:cxnSp>
      <p:cxnSp>
        <p:nvCxnSpPr>
          <p:cNvPr id="63" name=""/>
          <p:cNvCxnSpPr>
            <a:stCxn xmlns:a="http://schemas.openxmlformats.org/drawingml/2006/main" id="27" idx="2"/>
            <a:endCxn xmlns:a="http://schemas.openxmlformats.org/drawingml/2006/main" id="29" idx="0"/>
          </p:cNvCxnSpPr>
          <p:nvPr/>
        </p:nvCxnSpPr>
        <p:spPr>
          <a:xfrm xmlns:a="http://schemas.openxmlformats.org/drawingml/2006/main">
            <a:off x="4105275" y="4648200"/>
            <a:ext cx="381000" cy="400050"/>
          </a:xfrm>
          <a:prstGeom xmlns:a="http://schemas.openxmlformats.org/drawingml/2006/main" prst="straightConnector1">
            <a:avLst/>
          </a:prstGeom>
          <a:ln xmlns:a="http://schemas.openxmlformats.org/drawingml/2006/main" w="17145">
            <a:solidFill>
              <a:srgbClr val="3E6BFF"/>
            </a:solidFill>
            <a:prstDash val="solid"/>
            <a:headEnd type="triangle" w="sm" len="sm"/>
          </a:ln>
        </p:spPr>
      </p:cxnSp>
      <p:sp>
        <p:nvSpPr>
          <p:cNvPr id="34" name="">
            <a:extLst xmlns:a="http://schemas.openxmlformats.org/drawingml/2006/main">
              <a:ext uri="{FF2B5EF4-FFF2-40B4-BE49-F238E27FC236}">
                <a16:creationId xmlns:a16="http://schemas.microsoft.com/office/drawing/2014/main" id="{48F9F68E-74EA-44B2-85C5-E9CEEE178551}"/>
              </a:ext>
            </a:extLst>
          </p:cNvPr>
          <p:cNvSpPr>
            <a:spLocks xmlns:a="http://schemas.openxmlformats.org/drawingml/2006/main" noGrp="1"/>
          </p:cNvSpPr>
          <p:nvPr/>
        </p:nvSpPr>
        <p:spPr>
          <a:xfrm xmlns:a="http://schemas.openxmlformats.org/drawingml/2006/main">
            <a:off x="9572625" y="790575"/>
            <a:ext cx="1952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13">
                <a:solidFill>
                  <a:srgbClr val="667085"/>
                </a:solidFill>
                <a:latin typeface="Arial"/>
                <a:ea typeface="Arial"/>
                <a:cs typeface="Arial"/>
              </a:defRPr>
            </a:pPr>
            <a:r>
              <a:rPr sz="713">
                <a:solidFill>
                  <a:srgbClr val="667085"/>
                </a:solidFill>
                <a:latin typeface="Arial"/>
                <a:ea typeface="Arial"/>
                <a:cs typeface="Arial"/>
              </a:rPr>
              <a:t>POST API call to CJA</a:t>
            </a:r>
          </a:p>
        </p:txBody>
      </p:sp>
      <p:sp>
        <p:nvSpPr>
          <p:cNvPr id="35" name="">
            <a:extLst xmlns:a="http://schemas.openxmlformats.org/drawingml/2006/main">
              <a:ext uri="{FF2B5EF4-FFF2-40B4-BE49-F238E27FC236}">
                <a16:creationId xmlns:a16="http://schemas.microsoft.com/office/drawing/2014/main" id="{ACAEA275-571B-4C81-853A-3446B993E513}"/>
              </a:ext>
            </a:extLst>
          </p:cNvPr>
          <p:cNvSpPr>
            <a:spLocks xmlns:a="http://schemas.openxmlformats.org/drawingml/2006/main" noGrp="1"/>
          </p:cNvSpPr>
          <p:nvPr/>
        </p:nvSpPr>
        <p:spPr>
          <a:xfrm xmlns:a="http://schemas.openxmlformats.org/drawingml/2006/main">
            <a:off x="9191625" y="876300"/>
            <a:ext cx="304800" cy="0"/>
          </a:xfrm>
          <a:prstGeom xmlns:a="http://schemas.openxmlformats.org/drawingml/2006/main" prst="line">
            <a:avLst/>
          </a:prstGeom>
          <a:ln xmlns:a="http://schemas.openxmlformats.org/drawingml/2006/main" w="16193">
            <a:solidFill>
              <a:srgbClr val="3E6BFF"/>
            </a:solidFill>
            <a:prstDash val="dash"/>
          </a:ln>
        </p:spPr>
      </p:sp>
      <p:sp>
        <p:nvSpPr>
          <p:cNvPr id="36" name="">
            <a:extLst xmlns:a="http://schemas.openxmlformats.org/drawingml/2006/main">
              <a:ext uri="{FF2B5EF4-FFF2-40B4-BE49-F238E27FC236}">
                <a16:creationId xmlns:a16="http://schemas.microsoft.com/office/drawing/2014/main" id="{1547438E-1527-4302-88D5-7ED8E975D54E}"/>
              </a:ext>
            </a:extLst>
          </p:cNvPr>
          <p:cNvSpPr>
            <a:spLocks xmlns:a="http://schemas.openxmlformats.org/drawingml/2006/main" noGrp="1"/>
          </p:cNvSpPr>
          <p:nvPr/>
        </p:nvSpPr>
        <p:spPr>
          <a:xfrm xmlns:a="http://schemas.openxmlformats.org/drawingml/2006/main">
            <a:off x="9572625" y="981075"/>
            <a:ext cx="1952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13">
                <a:solidFill>
                  <a:srgbClr val="667085"/>
                </a:solidFill>
                <a:latin typeface="Arial"/>
                <a:ea typeface="Arial"/>
                <a:cs typeface="Arial"/>
              </a:defRPr>
            </a:pPr>
            <a:r>
              <a:rPr sz="713">
                <a:solidFill>
                  <a:srgbClr val="667085"/>
                </a:solidFill>
                <a:latin typeface="Arial"/>
                <a:ea typeface="Arial"/>
                <a:cs typeface="Arial"/>
              </a:rPr>
              <a:t>GET API call / response</a:t>
            </a:r>
          </a:p>
        </p:txBody>
      </p:sp>
      <p:sp>
        <p:nvSpPr>
          <p:cNvPr id="37" name="">
            <a:extLst xmlns:a="http://schemas.openxmlformats.org/drawingml/2006/main">
              <a:ext uri="{FF2B5EF4-FFF2-40B4-BE49-F238E27FC236}">
                <a16:creationId xmlns:a16="http://schemas.microsoft.com/office/drawing/2014/main" id="{40D96193-BDC3-4A22-B861-0407DF53C20F}"/>
              </a:ext>
            </a:extLst>
          </p:cNvPr>
          <p:cNvSpPr>
            <a:spLocks xmlns:a="http://schemas.openxmlformats.org/drawingml/2006/main" noGrp="1"/>
          </p:cNvSpPr>
          <p:nvPr/>
        </p:nvSpPr>
        <p:spPr>
          <a:xfrm xmlns:a="http://schemas.openxmlformats.org/drawingml/2006/main">
            <a:off x="9191625" y="1066800"/>
            <a:ext cx="304800" cy="0"/>
          </a:xfrm>
          <a:prstGeom xmlns:a="http://schemas.openxmlformats.org/drawingml/2006/main" prst="line">
            <a:avLst/>
          </a:prstGeom>
          <a:ln xmlns:a="http://schemas.openxmlformats.org/drawingml/2006/main" w="16193">
            <a:solidFill>
              <a:srgbClr val="E53935"/>
            </a:solidFill>
            <a:prstDash val="dash"/>
          </a:ln>
        </p:spPr>
      </p:sp>
      <p:sp>
        <p:nvSpPr>
          <p:cNvPr id="38" name="">
            <a:extLst xmlns:a="http://schemas.openxmlformats.org/drawingml/2006/main">
              <a:ext uri="{FF2B5EF4-FFF2-40B4-BE49-F238E27FC236}">
                <a16:creationId xmlns:a16="http://schemas.microsoft.com/office/drawing/2014/main" id="{6991C8B4-AB9A-45B8-AABD-49B66B6432AB}"/>
              </a:ext>
            </a:extLst>
          </p:cNvPr>
          <p:cNvSpPr>
            <a:spLocks xmlns:a="http://schemas.openxmlformats.org/drawingml/2006/main" noGrp="1"/>
          </p:cNvSpPr>
          <p:nvPr/>
        </p:nvSpPr>
        <p:spPr>
          <a:xfrm xmlns:a="http://schemas.openxmlformats.org/drawingml/2006/main">
            <a:off x="9572625" y="1171575"/>
            <a:ext cx="1952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13">
                <a:solidFill>
                  <a:srgbClr val="667085"/>
                </a:solidFill>
                <a:latin typeface="Arial"/>
                <a:ea typeface="Arial"/>
                <a:cs typeface="Arial"/>
              </a:defRPr>
            </a:pPr>
            <a:r>
              <a:rPr sz="713">
                <a:solidFill>
                  <a:srgbClr val="667085"/>
                </a:solidFill>
                <a:latin typeface="Arial"/>
                <a:ea typeface="Arial"/>
                <a:cs typeface="Arial"/>
              </a:rPr>
              <a:t>Internal data flow</a:t>
            </a:r>
          </a:p>
        </p:txBody>
      </p:sp>
      <p:sp>
        <p:nvSpPr>
          <p:cNvPr id="39" name="">
            <a:extLst xmlns:a="http://schemas.openxmlformats.org/drawingml/2006/main">
              <a:ext uri="{FF2B5EF4-FFF2-40B4-BE49-F238E27FC236}">
                <a16:creationId xmlns:a16="http://schemas.microsoft.com/office/drawing/2014/main" id="{4939FAC5-BCD1-4530-A3D7-484A3136477E}"/>
              </a:ext>
            </a:extLst>
          </p:cNvPr>
          <p:cNvSpPr>
            <a:spLocks xmlns:a="http://schemas.openxmlformats.org/drawingml/2006/main" noGrp="1"/>
          </p:cNvSpPr>
          <p:nvPr/>
        </p:nvSpPr>
        <p:spPr>
          <a:xfrm xmlns:a="http://schemas.openxmlformats.org/drawingml/2006/main">
            <a:off x="9191625" y="1257300"/>
            <a:ext cx="304800" cy="0"/>
          </a:xfrm>
          <a:prstGeom xmlns:a="http://schemas.openxmlformats.org/drawingml/2006/main" prst="line">
            <a:avLst/>
          </a:prstGeom>
          <a:ln xmlns:a="http://schemas.openxmlformats.org/drawingml/2006/main" w="16193">
            <a:solidFill>
              <a:srgbClr val="3E6BFF"/>
            </a:solidFill>
            <a:prstDash val="solid"/>
          </a:ln>
        </p:spPr>
      </p:sp>
    </p:spTree>
    <p:extLst>
      <p:ext uri="{BB962C8B-B14F-4D97-AF65-F5344CB8AC3E}">
        <p14:creationId xmlns:p14="http://schemas.microsoft.com/office/powerpoint/2010/main" val="23840957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F052A1-33FA-4F7D-B21A-F0C77EEC3E03}"/>
              </a:ext>
            </a:extLst>
          </p:cNvPr>
          <p:cNvSpPr>
            <a:spLocks xmlns:a="http://schemas.openxmlformats.org/drawingml/2006/main" noGrp="1"/>
          </p:cNvSpPr>
          <p:nvPr>
            <p:ph type="title" idx="0"/>
          </p:nvPr>
        </p:nvSpPr>
        <p:spPr/>
        <p:txBody>
          <a:bodyPr xmlns:a="http://schemas.openxmlformats.org/drawingml/2006/main">
            <a:noAutofit/>
          </a:bodyPr>
          <a:lstStyle xmlns:a="http://schemas.openxmlformats.org/drawingml/2006/main"/>
          <a:p xmlns:a="http://schemas.openxmlformats.org/drawingml/2006/main">
            <a:pPr>
              <a:defRPr sz="3225">
                <a:solidFill>
                  <a:srgbClr val="111111"/>
                </a:solidFill>
                <a:latin typeface="Arial"/>
                <a:ea typeface="Arial"/>
                <a:cs typeface="Arial"/>
              </a:defRPr>
            </a:pPr>
            <a:r>
              <a:rPr sz="3225">
                <a:solidFill>
                  <a:srgbClr val="111111"/>
                </a:solidFill>
                <a:latin typeface="Arial"/>
                <a:ea typeface="Arial"/>
                <a:cs typeface="Arial"/>
              </a:rPr>
              <a:t>Demo</a:t>
            </a:r>
          </a:p>
        </p:txBody>
      </p:sp>
      <p:sp>
        <p:nvSpPr>
          <p:cNvPr id="3" name="Text Placeholder 2">
            <a:extLst xmlns:a="http://schemas.openxmlformats.org/drawingml/2006/main">
              <a:ext uri="{FF2B5EF4-FFF2-40B4-BE49-F238E27FC236}">
                <a16:creationId xmlns:a16="http://schemas.microsoft.com/office/drawing/2014/main" id="{2B72A255-CB6A-48F4-8552-F1F65683EB1A}"/>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7892D4FD-8229-494F-802B-6988D1CFE1EA}"/>
              </a:ext>
            </a:extLst>
          </p:cNvPr>
          <p:cNvSpPr>
            <a:spLocks xmlns:a="http://schemas.openxmlformats.org/drawingml/2006/main" noGrp="1"/>
          </p:cNvSpPr>
          <p:nvPr/>
        </p:nvSpPr>
        <p:spPr>
          <a:xfrm xmlns:a="http://schemas.openxmlformats.org/drawingml/2006/main">
            <a:off x="419100" y="10668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800">
                <a:solidFill>
                  <a:srgbClr val="172B4D"/>
                </a:solidFill>
                <a:latin typeface="Arial"/>
                <a:ea typeface="Arial"/>
                <a:cs typeface="Arial"/>
              </a:defRPr>
            </a:pPr>
            <a:r>
              <a:rPr sz="1800">
                <a:solidFill>
                  <a:srgbClr val="172B4D"/>
                </a:solidFill>
                <a:latin typeface="Arial"/>
                <a:ea typeface="Arial"/>
                <a:cs typeface="Arial"/>
              </a:rPr>
              <a:t>Select a Data View, generate the report and review grouped findings</a:t>
            </a:r>
          </a:p>
        </p:txBody>
      </p:sp>
      <p:sp>
        <p:nvSpPr>
          <p:cNvPr id="5" name="">
            <a:extLst xmlns:a="http://schemas.openxmlformats.org/drawingml/2006/main">
              <a:ext uri="{FF2B5EF4-FFF2-40B4-BE49-F238E27FC236}">
                <a16:creationId xmlns:a16="http://schemas.microsoft.com/office/drawing/2014/main" id="{6B9515A3-E07B-48A0-9E92-8EB8EAEFD244}"/>
              </a:ext>
            </a:extLst>
          </p:cNvPr>
          <p:cNvSpPr>
            <a:spLocks xmlns:a="http://schemas.openxmlformats.org/drawingml/2006/main" noGrp="1"/>
          </p:cNvSpPr>
          <p:nvPr/>
        </p:nvSpPr>
        <p:spPr>
          <a:xfrm xmlns:a="http://schemas.openxmlformats.org/drawingml/2006/main">
            <a:off x="419100" y="1619250"/>
            <a:ext cx="7191375" cy="4171950"/>
          </a:xfrm>
          <a:prstGeom xmlns:a="http://schemas.openxmlformats.org/drawingml/2006/main" prst="rect">
            <a:avLst/>
          </a:prstGeom>
          <a:solidFill xmlns:a="http://schemas.openxmlformats.org/drawingml/2006/main">
            <a:srgbClr val="F7F9FC"/>
          </a:solidFill>
          <a:ln xmlns:a="http://schemas.openxmlformats.org/drawingml/2006/main" w="9525">
            <a:solidFill>
              <a:srgbClr val="AAB7C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f3eaa0ef0804379"/>
          <a:srcRect xmlns:a="http://schemas.openxmlformats.org/drawingml/2006/main" l="0" t="8719" r="0" b="8719"/>
          <a:stretch xmlns:a="http://schemas.openxmlformats.org/drawingml/2006/main">
            <a:fillRect l="0" t="0" r="0" b="0"/>
          </a:stretch>
        </p:blipFill>
        <p:spPr>
          <a:xfrm xmlns:a="http://schemas.openxmlformats.org/drawingml/2006/main">
            <a:off x="476250" y="1676400"/>
            <a:ext cx="7077075" cy="4057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1A871E5-BDD1-40E1-B267-898101989DF9}"/>
              </a:ext>
            </a:extLst>
          </p:cNvPr>
          <p:cNvSpPr>
            <a:spLocks xmlns:a="http://schemas.openxmlformats.org/drawingml/2006/main" noGrp="1"/>
          </p:cNvSpPr>
          <p:nvPr/>
        </p:nvSpPr>
        <p:spPr>
          <a:xfrm xmlns:a="http://schemas.openxmlformats.org/drawingml/2006/main">
            <a:off x="7953375" y="1695450"/>
            <a:ext cx="323850" cy="323850"/>
          </a:xfrm>
          <a:prstGeom xmlns:a="http://schemas.openxmlformats.org/drawingml/2006/main" prst="ellipse">
            <a:avLst/>
          </a:prstGeom>
          <a:solidFill xmlns:a="http://schemas.openxmlformats.org/drawingml/2006/main">
            <a:srgbClr val="0078F0"/>
          </a:solidFill>
          <a:ln xmlns:a="http://schemas.openxmlformats.org/drawingml/2006/main" w="0">
            <a:solidFill>
              <a:srgbClr val="0078F0"/>
            </a:solidFill>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E0EA9130-6BE1-4670-91F6-33A66B711B9F}"/>
              </a:ext>
            </a:extLst>
          </p:cNvPr>
          <p:cNvSpPr>
            <a:spLocks xmlns:a="http://schemas.openxmlformats.org/drawingml/2006/main" noGrp="1"/>
          </p:cNvSpPr>
          <p:nvPr/>
        </p:nvSpPr>
        <p:spPr>
          <a:xfrm xmlns:a="http://schemas.openxmlformats.org/drawingml/2006/main">
            <a:off x="8420100" y="1676400"/>
            <a:ext cx="3162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101828"/>
                </a:solidFill>
                <a:latin typeface="Arial"/>
                <a:ea typeface="Arial"/>
                <a:cs typeface="Arial"/>
              </a:defRPr>
            </a:pPr>
            <a:r>
              <a:rPr sz="1200" b="1">
                <a:solidFill>
                  <a:srgbClr val="101828"/>
                </a:solidFill>
                <a:latin typeface="Arial"/>
                <a:ea typeface="Arial"/>
                <a:cs typeface="Arial"/>
              </a:rPr>
              <a:t>Show Data Views</a:t>
            </a:r>
          </a:p>
          <a:p xmlns:a="http://schemas.openxmlformats.org/drawingml/2006/main">
            <a:pPr>
              <a:defRPr sz="1200">
                <a:solidFill>
                  <a:srgbClr val="101828"/>
                </a:solidFill>
                <a:latin typeface="Arial"/>
                <a:ea typeface="Arial"/>
                <a:cs typeface="Arial"/>
              </a:defRPr>
            </a:pPr>
            <a:r>
              <a:rPr sz="1200">
                <a:solidFill>
                  <a:srgbClr val="101828"/>
                </a:solidFill>
                <a:latin typeface="Arial"/>
                <a:ea typeface="Arial"/>
                <a:cs typeface="Arial"/>
              </a:rPr>
              <a:t>Load the full accessible list from CJA.</a:t>
            </a:r>
          </a:p>
        </p:txBody>
      </p:sp>
      <p:sp>
        <p:nvSpPr>
          <p:cNvPr id="9" name="">
            <a:extLst xmlns:a="http://schemas.openxmlformats.org/drawingml/2006/main">
              <a:ext uri="{FF2B5EF4-FFF2-40B4-BE49-F238E27FC236}">
                <a16:creationId xmlns:a16="http://schemas.microsoft.com/office/drawing/2014/main" id="{B2DB2479-E373-49D4-8677-1F4A6964FA7E}"/>
              </a:ext>
            </a:extLst>
          </p:cNvPr>
          <p:cNvSpPr>
            <a:spLocks xmlns:a="http://schemas.openxmlformats.org/drawingml/2006/main" noGrp="1"/>
          </p:cNvSpPr>
          <p:nvPr/>
        </p:nvSpPr>
        <p:spPr>
          <a:xfrm xmlns:a="http://schemas.openxmlformats.org/drawingml/2006/main">
            <a:off x="7953375" y="2609850"/>
            <a:ext cx="323850" cy="323850"/>
          </a:xfrm>
          <a:prstGeom xmlns:a="http://schemas.openxmlformats.org/drawingml/2006/main" prst="ellipse">
            <a:avLst/>
          </a:prstGeom>
          <a:solidFill xmlns:a="http://schemas.openxmlformats.org/drawingml/2006/main">
            <a:srgbClr val="0078F0"/>
          </a:solidFill>
          <a:ln xmlns:a="http://schemas.openxmlformats.org/drawingml/2006/main" w="0">
            <a:solidFill>
              <a:srgbClr val="0078F0"/>
            </a:solidFill>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68381D31-6D24-4CD6-9A3E-CD0598EAB015}"/>
              </a:ext>
            </a:extLst>
          </p:cNvPr>
          <p:cNvSpPr>
            <a:spLocks xmlns:a="http://schemas.openxmlformats.org/drawingml/2006/main" noGrp="1"/>
          </p:cNvSpPr>
          <p:nvPr/>
        </p:nvSpPr>
        <p:spPr>
          <a:xfrm xmlns:a="http://schemas.openxmlformats.org/drawingml/2006/main">
            <a:off x="8420100" y="2590800"/>
            <a:ext cx="3162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101828"/>
                </a:solidFill>
                <a:latin typeface="Arial"/>
                <a:ea typeface="Arial"/>
                <a:cs typeface="Arial"/>
              </a:defRPr>
            </a:pPr>
            <a:r>
              <a:rPr sz="1200" b="1">
                <a:solidFill>
                  <a:srgbClr val="101828"/>
                </a:solidFill>
                <a:latin typeface="Arial"/>
                <a:ea typeface="Arial"/>
                <a:cs typeface="Arial"/>
              </a:rPr>
              <a:t>Choose the scope</a:t>
            </a:r>
          </a:p>
          <a:p xmlns:a="http://schemas.openxmlformats.org/drawingml/2006/main">
            <a:pPr>
              <a:defRPr sz="1200">
                <a:solidFill>
                  <a:srgbClr val="101828"/>
                </a:solidFill>
                <a:latin typeface="Arial"/>
                <a:ea typeface="Arial"/>
                <a:cs typeface="Arial"/>
              </a:defRPr>
            </a:pPr>
            <a:r>
              <a:rPr sz="1200">
                <a:solidFill>
                  <a:srgbClr val="101828"/>
                </a:solidFill>
                <a:latin typeface="Arial"/>
                <a:ea typeface="Arial"/>
                <a:cs typeface="Arial"/>
              </a:rPr>
              <a:t>Select one Data View or analyse all views.</a:t>
            </a:r>
          </a:p>
        </p:txBody>
      </p:sp>
      <p:sp>
        <p:nvSpPr>
          <p:cNvPr id="11" name="">
            <a:extLst xmlns:a="http://schemas.openxmlformats.org/drawingml/2006/main">
              <a:ext uri="{FF2B5EF4-FFF2-40B4-BE49-F238E27FC236}">
                <a16:creationId xmlns:a16="http://schemas.microsoft.com/office/drawing/2014/main" id="{4F87EA7F-5D7A-41B1-A235-1A114F90E473}"/>
              </a:ext>
            </a:extLst>
          </p:cNvPr>
          <p:cNvSpPr>
            <a:spLocks xmlns:a="http://schemas.openxmlformats.org/drawingml/2006/main" noGrp="1"/>
          </p:cNvSpPr>
          <p:nvPr/>
        </p:nvSpPr>
        <p:spPr>
          <a:xfrm xmlns:a="http://schemas.openxmlformats.org/drawingml/2006/main">
            <a:off x="7953375" y="3524250"/>
            <a:ext cx="323850" cy="323850"/>
          </a:xfrm>
          <a:prstGeom xmlns:a="http://schemas.openxmlformats.org/drawingml/2006/main" prst="ellipse">
            <a:avLst/>
          </a:prstGeom>
          <a:solidFill xmlns:a="http://schemas.openxmlformats.org/drawingml/2006/main">
            <a:srgbClr val="0078F0"/>
          </a:solidFill>
          <a:ln xmlns:a="http://schemas.openxmlformats.org/drawingml/2006/main" w="0">
            <a:solidFill>
              <a:srgbClr val="0078F0"/>
            </a:solidFill>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5F55F704-09FB-4BD9-8DB2-80243D0DC4F1}"/>
              </a:ext>
            </a:extLst>
          </p:cNvPr>
          <p:cNvSpPr>
            <a:spLocks xmlns:a="http://schemas.openxmlformats.org/drawingml/2006/main" noGrp="1"/>
          </p:cNvSpPr>
          <p:nvPr/>
        </p:nvSpPr>
        <p:spPr>
          <a:xfrm xmlns:a="http://schemas.openxmlformats.org/drawingml/2006/main">
            <a:off x="8420100" y="3505200"/>
            <a:ext cx="3162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101828"/>
                </a:solidFill>
                <a:latin typeface="Arial"/>
                <a:ea typeface="Arial"/>
                <a:cs typeface="Arial"/>
              </a:defRPr>
            </a:pPr>
            <a:r>
              <a:rPr sz="1200" b="1">
                <a:solidFill>
                  <a:srgbClr val="101828"/>
                </a:solidFill>
                <a:latin typeface="Arial"/>
                <a:ea typeface="Arial"/>
                <a:cs typeface="Arial"/>
              </a:rPr>
              <a:t>Generate the report</a:t>
            </a:r>
          </a:p>
          <a:p xmlns:a="http://schemas.openxmlformats.org/drawingml/2006/main">
            <a:pPr>
              <a:defRPr sz="1200">
                <a:solidFill>
                  <a:srgbClr val="101828"/>
                </a:solidFill>
                <a:latin typeface="Arial"/>
                <a:ea typeface="Arial"/>
                <a:cs typeface="Arial"/>
              </a:defRPr>
            </a:pPr>
            <a:r>
              <a:rPr sz="1200">
                <a:solidFill>
                  <a:srgbClr val="101828"/>
                </a:solidFill>
                <a:latin typeface="Arial"/>
                <a:ea typeface="Arial"/>
                <a:cs typeface="Arial"/>
              </a:rPr>
              <a:t>Review exact and near-duplicate groups with usage.</a:t>
            </a:r>
          </a:p>
        </p:txBody>
      </p:sp>
      <p:sp>
        <p:nvSpPr>
          <p:cNvPr id="13" name="">
            <a:extLst xmlns:a="http://schemas.openxmlformats.org/drawingml/2006/main">
              <a:ext uri="{FF2B5EF4-FFF2-40B4-BE49-F238E27FC236}">
                <a16:creationId xmlns:a16="http://schemas.microsoft.com/office/drawing/2014/main" id="{410E536D-0E03-4565-969F-2816F8A1A3D3}"/>
              </a:ext>
            </a:extLst>
          </p:cNvPr>
          <p:cNvSpPr>
            <a:spLocks xmlns:a="http://schemas.openxmlformats.org/drawingml/2006/main" noGrp="1"/>
          </p:cNvSpPr>
          <p:nvPr/>
        </p:nvSpPr>
        <p:spPr>
          <a:xfrm xmlns:a="http://schemas.openxmlformats.org/drawingml/2006/main">
            <a:off x="7953375" y="4438650"/>
            <a:ext cx="323850" cy="323850"/>
          </a:xfrm>
          <a:prstGeom xmlns:a="http://schemas.openxmlformats.org/drawingml/2006/main" prst="ellipse">
            <a:avLst/>
          </a:prstGeom>
          <a:solidFill xmlns:a="http://schemas.openxmlformats.org/drawingml/2006/main">
            <a:srgbClr val="0078F0"/>
          </a:solidFill>
          <a:ln xmlns:a="http://schemas.openxmlformats.org/drawingml/2006/main" w="0">
            <a:solidFill>
              <a:srgbClr val="0078F0"/>
            </a:solidFill>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A25DF288-2090-4099-97D8-831AFF5E5C7F}"/>
              </a:ext>
            </a:extLst>
          </p:cNvPr>
          <p:cNvSpPr>
            <a:spLocks xmlns:a="http://schemas.openxmlformats.org/drawingml/2006/main" noGrp="1"/>
          </p:cNvSpPr>
          <p:nvPr/>
        </p:nvSpPr>
        <p:spPr>
          <a:xfrm xmlns:a="http://schemas.openxmlformats.org/drawingml/2006/main">
            <a:off x="8420100" y="4419600"/>
            <a:ext cx="3162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a:solidFill>
                  <a:srgbClr val="101828"/>
                </a:solidFill>
                <a:latin typeface="Arial"/>
                <a:ea typeface="Arial"/>
                <a:cs typeface="Arial"/>
              </a:defRPr>
            </a:pPr>
            <a:r>
              <a:rPr sz="1200" b="1">
                <a:solidFill>
                  <a:srgbClr val="101828"/>
                </a:solidFill>
                <a:latin typeface="Arial"/>
                <a:ea typeface="Arial"/>
                <a:cs typeface="Arial"/>
              </a:rPr>
              <a:t>Search and export</a:t>
            </a:r>
          </a:p>
          <a:p xmlns:a="http://schemas.openxmlformats.org/drawingml/2006/main">
            <a:pPr>
              <a:defRPr sz="1200">
                <a:solidFill>
                  <a:srgbClr val="101828"/>
                </a:solidFill>
                <a:latin typeface="Arial"/>
                <a:ea typeface="Arial"/>
                <a:cs typeface="Arial"/>
              </a:defRPr>
            </a:pPr>
            <a:r>
              <a:rPr sz="1200">
                <a:solidFill>
                  <a:srgbClr val="101828"/>
                </a:solidFill>
                <a:latin typeface="Arial"/>
                <a:ea typeface="Arial"/>
                <a:cs typeface="Arial"/>
              </a:rPr>
              <a:t>Use detailed tables or download CSV and Excel.</a:t>
            </a:r>
          </a:p>
        </p:txBody>
      </p:sp>
      <p:sp>
        <p:nvSpPr>
          <p:cNvPr id="15" name="">
            <a:extLst xmlns:a="http://schemas.openxmlformats.org/drawingml/2006/main">
              <a:ext uri="{FF2B5EF4-FFF2-40B4-BE49-F238E27FC236}">
                <a16:creationId xmlns:a16="http://schemas.microsoft.com/office/drawing/2014/main" id="{11CABC42-1DC2-4324-B8D2-0BA759A11239}"/>
              </a:ext>
            </a:extLst>
          </p:cNvPr>
          <p:cNvSpPr>
            <a:spLocks xmlns:a="http://schemas.openxmlformats.org/drawingml/2006/main" noGrp="1"/>
          </p:cNvSpPr>
          <p:nvPr/>
        </p:nvSpPr>
        <p:spPr>
          <a:xfrm xmlns:a="http://schemas.openxmlformats.org/drawingml/2006/main">
            <a:off x="7953375" y="5410200"/>
            <a:ext cx="3638550" cy="609600"/>
          </a:xfrm>
          <a:prstGeom xmlns:a="http://schemas.openxmlformats.org/drawingml/2006/main" prst="roundRect">
            <a:avLst>
              <a:gd name="adj" fmla="val 10938"/>
            </a:avLst>
          </a:prstGeom>
          <a:solidFill xmlns:a="http://schemas.openxmlformats.org/drawingml/2006/main">
            <a:srgbClr val="EAF3FC"/>
          </a:solidFill>
          <a:ln xmlns:a="http://schemas.openxmlformats.org/drawingml/2006/main" w="9525">
            <a:solidFill>
              <a:srgbClr val="A8C7EB"/>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defRPr sz="1125" b="1">
                <a:solidFill>
                  <a:srgbClr val="172B4D"/>
                </a:solidFill>
                <a:latin typeface="Arial"/>
                <a:ea typeface="Arial"/>
                <a:cs typeface="Arial"/>
              </a:defRPr>
            </a:pPr>
            <a:r>
              <a:rPr sz="1125" b="1">
                <a:solidFill>
                  <a:srgbClr val="172B4D"/>
                </a:solidFill>
                <a:latin typeface="Arial"/>
                <a:ea typeface="Arial"/>
                <a:cs typeface="Arial"/>
              </a:rPr>
              <a:t>Read-only review. Any segment retirement still needs business-owner confirmation.</a:t>
            </a:r>
          </a:p>
        </p:txBody>
      </p:sp>
    </p:spTree>
    <p:extLst>
      <p:ext uri="{BB962C8B-B14F-4D97-AF65-F5344CB8AC3E}">
        <p14:creationId xmlns:p14="http://schemas.microsoft.com/office/powerpoint/2010/main" val="4026278554"/>
      </p:ext>
    </p:extLst>
  </p:cSld>
</p:sld>
</file>

<file path=ppt/theme/theme1.xml><?xml version="1.0" encoding="utf-8"?>
<a:theme xmlns:a="http://schemas.openxmlformats.org/drawingml/2006/main" name="4_White">
  <a:themeElements>
    <a:clrScheme name="Custom 27">
      <a:dk1>
        <a:srgbClr val="000000"/>
      </a:dk1>
      <a:lt1>
        <a:srgbClr val="FFFFFF"/>
      </a:lt1>
      <a:dk2>
        <a:srgbClr val="0E1259"/>
      </a:dk2>
      <a:lt2>
        <a:srgbClr val="F7F5F2"/>
      </a:lt2>
      <a:accent1>
        <a:srgbClr val="007BFF"/>
      </a:accent1>
      <a:accent2>
        <a:srgbClr val="8CC6FF"/>
      </a:accent2>
      <a:accent3>
        <a:srgbClr val="71007B"/>
      </a:accent3>
      <a:accent4>
        <a:srgbClr val="FF9600"/>
      </a:accent4>
      <a:accent5>
        <a:srgbClr val="008765"/>
      </a:accent5>
      <a:accent6>
        <a:srgbClr val="C150C9"/>
      </a:accent6>
      <a:hlink>
        <a:srgbClr val="FF9600"/>
      </a:hlink>
      <a:folHlink>
        <a:srgbClr val="FFD79E"/>
      </a:folHlink>
    </a:clrScheme>
    <a:fontScheme name="Arial Nova">
      <a:majorFont>
        <a:latin typeface="Arial Nova"/>
        <a:ea typeface=""/>
        <a:cs typeface=""/>
      </a:majorFont>
      <a:minorFont>
        <a:latin typeface="Arial Nova"/>
        <a:ea typeface=""/>
        <a:cs typeface=""/>
      </a:minorFont>
    </a:fontScheme>
    <a:fmtScheme name="Custom 27">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2026-09-18T03:50:00.9350000Z</dcterms:created>
  <dcterms:modified xsi:type="dcterms:W3CDTF">2026-09-18T03:50:00.9350000Z</dcterms:modified>
</coreProperties>
</file>