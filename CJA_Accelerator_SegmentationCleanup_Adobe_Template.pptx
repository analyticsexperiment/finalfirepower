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jpeg" ContentType="image/jpeg"/>
  <Override PartName="/ppt/media/image4.png" ContentType="image/png"/>
  <Override PartName="/ppt/media/image3.jpeg" ContentType="image/jpeg"/>
  <Override PartName="/ppt/media/image5.wmf" ContentType="image/x-wmf"/>
  <Override PartName="/ppt/media/image6.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5" r:id="rId3"/>
  </p:sldMasterIdLst>
  <p:notesMasterIdLst>
    <p:notesMasterId r:id="rId4"/>
  </p:notesMasterIdLst>
  <p:sldIdLst>
    <p:sldId id="256" r:id="rId5"/>
    <p:sldId id="257" r:id="rId6"/>
    <p:sldId id="258" r:id="rId7"/>
    <p:sldId id="259" r:id="rId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7.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IN" sz="2400" strike="noStrike" u="none">
                <a:solidFill>
                  <a:schemeClr val="dk1"/>
                </a:solidFill>
                <a:effectLst/>
                <a:uFillTx/>
                <a:latin typeface="Arial"/>
              </a:rPr>
              <a:t>Click to move the slide</a:t>
            </a:r>
            <a:endParaRPr b="0" lang="en-IN" sz="2400" strike="noStrike" u="none">
              <a:solidFill>
                <a:schemeClr val="dk1"/>
              </a:solidFill>
              <a:effectLst/>
              <a:uFillTx/>
              <a:latin typeface="Arial"/>
            </a:endParaRPr>
          </a:p>
        </p:txBody>
      </p:sp>
      <p:sp>
        <p:nvSpPr>
          <p:cNvPr id="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format</a:t>
            </a:r>
            <a:endParaRPr b="0" lang="en-IN" sz="2000" strike="noStrike" u="none">
              <a:solidFill>
                <a:srgbClr val="000000"/>
              </a:solidFill>
              <a:effectLst/>
              <a:uFillTx/>
              <a:latin typeface="Arial"/>
            </a:endParaRPr>
          </a:p>
        </p:txBody>
      </p:sp>
      <p:sp>
        <p:nvSpPr>
          <p:cNvPr id="3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3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3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4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23FCAFE4-88A1-422F-8D50-6ED53C849339}" type="slidenum">
              <a:rPr b="0" lang="en-IN" sz="1400" strike="noStrike" u="none">
                <a:solidFill>
                  <a:srgbClr val="000000"/>
                </a:solidFill>
                <a:effectLst/>
                <a:uFillTx/>
                <a:latin typeface="Times New Roman"/>
              </a:rPr>
              <a:t>1</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0" y="0"/>
            <a:ext cx="0" cy="0"/>
          </a:xfrm>
          <a:prstGeom prst="rect">
            <a:avLst/>
          </a:prstGeom>
          <a:ln w="0">
            <a:noFill/>
          </a:ln>
        </p:spPr>
      </p:sp>
      <p:sp>
        <p:nvSpPr>
          <p:cNvPr id="1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09"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0" y="0"/>
            <a:ext cx="0" cy="0"/>
          </a:xfrm>
          <a:prstGeom prst="rect">
            <a:avLst/>
          </a:prstGeom>
          <a:ln w="0">
            <a:noFill/>
          </a:ln>
        </p:spPr>
      </p:sp>
      <p:sp>
        <p:nvSpPr>
          <p:cNvPr id="1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12"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0" y="0"/>
            <a:ext cx="0" cy="0"/>
          </a:xfrm>
          <a:prstGeom prst="rect">
            <a:avLst/>
          </a:prstGeom>
          <a:ln w="0">
            <a:noFill/>
          </a:ln>
        </p:spPr>
      </p:sp>
      <p:sp>
        <p:nvSpPr>
          <p:cNvPr id="11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15"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0" y="0"/>
            <a:ext cx="0" cy="0"/>
          </a:xfrm>
          <a:prstGeom prst="rect">
            <a:avLst/>
          </a:prstGeom>
          <a:ln w="0">
            <a:noFill/>
          </a:ln>
        </p:spPr>
      </p:sp>
      <p:sp>
        <p:nvSpPr>
          <p:cNvPr id="11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18"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wmf"/>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wmf"/>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wmf"/>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hanks and contact">
    <p:bg>
      <p:bgPr>
        <a:solidFill>
          <a:schemeClr val="dk2"/>
        </a:solidFill>
      </p:bgPr>
    </p:bg>
    <p:spTree>
      <p:nvGrpSpPr>
        <p:cNvPr id="1" name=""/>
        <p:cNvGrpSpPr/>
        <p:nvPr/>
      </p:nvGrpSpPr>
      <p:grpSpPr>
        <a:xfrm>
          <a:off x="0" y="0"/>
          <a:ext cx="0" cy="0"/>
          <a:chOff x="0" y="0"/>
          <a:chExt cx="0" cy="0"/>
        </a:xfrm>
      </p:grpSpPr>
      <p:sp>
        <p:nvSpPr>
          <p:cNvPr id="0" name="TextBox 1"/>
          <p:cNvSpPr/>
          <p:nvPr/>
        </p:nvSpPr>
        <p:spPr>
          <a:xfrm>
            <a:off x="613080" y="5990400"/>
            <a:ext cx="11004840" cy="507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900" strike="noStrike" u="none">
                <a:solidFill>
                  <a:schemeClr val="lt1"/>
                </a:solidFill>
                <a:effectLst/>
                <a:uFillTx/>
                <a:latin typeface="Arial Nova"/>
                <a:ea typeface="Arial Nova"/>
              </a:rPr>
              <a:t>© 2026 eClerx. All rights reserved. This presentation and its contents are protected by copyright laws and international treaties. Unauthorized use, reproduction, duplication, or distribution of this material, in whole or in part, is strictly prohibited. No portion of this presentation may be copied, transmitted, or otherwise used, in any form or by any means—whether electronic, mechanical, or otherwise—without the express prior written consent of eClerx. Any unauthorized use or distribution of this material may result in legal action.</a:t>
            </a:r>
            <a:endParaRPr b="0" lang="en-IN" sz="900" strike="noStrike" u="none">
              <a:solidFill>
                <a:srgbClr val="ffffff"/>
              </a:solidFill>
              <a:effectLst/>
              <a:uFillTx/>
              <a:latin typeface="Arial"/>
            </a:endParaRPr>
          </a:p>
        </p:txBody>
      </p:sp>
      <p:sp>
        <p:nvSpPr>
          <p:cNvPr id="1" name="Straight Connector 11"/>
          <p:cNvSpPr/>
          <p:nvPr/>
        </p:nvSpPr>
        <p:spPr>
          <a:xfrm>
            <a:off x="-18360" y="5823720"/>
            <a:ext cx="12210120" cy="360"/>
          </a:xfrm>
          <a:prstGeom prst="line">
            <a:avLst/>
          </a:prstGeom>
          <a:ln w="1905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ffffff"/>
              </a:solidFill>
              <a:effectLst/>
              <a:uFillTx/>
              <a:latin typeface="Arial"/>
            </a:endParaRPr>
          </a:p>
        </p:txBody>
      </p:sp>
      <p:sp>
        <p:nvSpPr>
          <p:cNvPr id="2" name="Title 5"/>
          <p:cNvSpPr/>
          <p:nvPr/>
        </p:nvSpPr>
        <p:spPr>
          <a:xfrm>
            <a:off x="695160" y="5427720"/>
            <a:ext cx="5361120" cy="36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IN" sz="1800" strike="noStrike" u="none">
                <a:solidFill>
                  <a:schemeClr val="lt1"/>
                </a:solidFill>
                <a:effectLst/>
                <a:uFillTx/>
                <a:latin typeface="Arial Nova"/>
                <a:ea typeface="Arial Nova"/>
              </a:rPr>
              <a:t>Exceptional client execution. Results amplified.</a:t>
            </a:r>
            <a:endParaRPr b="0" lang="en-IN" sz="1800" strike="noStrike" u="none">
              <a:solidFill>
                <a:srgbClr val="ffffff"/>
              </a:solidFill>
              <a:effectLst/>
              <a:uFillTx/>
              <a:latin typeface="Arial"/>
            </a:endParaRPr>
          </a:p>
        </p:txBody>
      </p:sp>
      <p:pic>
        <p:nvPicPr>
          <p:cNvPr id="3" name="Picture 5" descr=""/>
          <p:cNvPicPr/>
          <p:nvPr/>
        </p:nvPicPr>
        <p:blipFill>
          <a:blip r:embed="rId2"/>
          <a:stretch/>
        </p:blipFill>
        <p:spPr>
          <a:xfrm>
            <a:off x="695160" y="4646520"/>
            <a:ext cx="2237760" cy="610560"/>
          </a:xfrm>
          <a:prstGeom prst="rect">
            <a:avLst/>
          </a:prstGeom>
          <a:noFill/>
          <a:ln w="0">
            <a:noFill/>
          </a:ln>
        </p:spPr>
      </p:pic>
      <p:sp>
        <p:nvSpPr>
          <p:cNvPr id="4" name="Title 5"/>
          <p:cNvSpPr/>
          <p:nvPr/>
        </p:nvSpPr>
        <p:spPr>
          <a:xfrm>
            <a:off x="6135120" y="5420880"/>
            <a:ext cx="5361120" cy="2764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IN" sz="1800" strike="noStrike" u="none">
                <a:solidFill>
                  <a:schemeClr val="lt1"/>
                </a:solidFill>
                <a:effectLst/>
                <a:uFillTx/>
                <a:latin typeface="Arial Nova"/>
                <a:ea typeface="Arial Nova"/>
              </a:rPr>
              <a:t>Learn more at eClerx.com</a:t>
            </a:r>
            <a:endParaRPr b="0" lang="en-IN" sz="1800" strike="noStrike" u="non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_Title with image">
    <p:bg>
      <p:bgPr>
        <a:blipFill rotWithShape="0">
          <a:blip r:embed="rId2"/>
          <a:stretch/>
        </a:blipFill>
      </p:bgPr>
    </p:bg>
    <p:spTree>
      <p:nvGrpSpPr>
        <p:cNvPr id="1" name=""/>
        <p:cNvGrpSpPr/>
        <p:nvPr/>
      </p:nvGrpSpPr>
      <p:grpSpPr>
        <a:xfrm>
          <a:off x="0" y="0"/>
          <a:ext cx="0" cy="0"/>
          <a:chOff x="0" y="0"/>
          <a:chExt cx="0" cy="0"/>
        </a:xfrm>
      </p:grpSpPr>
      <p:sp>
        <p:nvSpPr>
          <p:cNvPr id="5" name="Rectangle 7"/>
          <p:cNvSpPr/>
          <p:nvPr/>
        </p:nvSpPr>
        <p:spPr>
          <a:xfrm>
            <a:off x="0" y="0"/>
            <a:ext cx="12191760" cy="6857640"/>
          </a:xfrm>
          <a:prstGeom prst="rect">
            <a:avLst/>
          </a:prstGeom>
          <a:solidFill>
            <a:schemeClr val="dk2">
              <a:alpha val="9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chemeClr val="lt1"/>
              </a:solidFill>
              <a:effectLst/>
              <a:uFillTx/>
              <a:latin typeface="Arial Nova"/>
            </a:endParaRPr>
          </a:p>
        </p:txBody>
      </p:sp>
      <p:sp>
        <p:nvSpPr>
          <p:cNvPr id="6" name="Straight Connector 1"/>
          <p:cNvSpPr/>
          <p:nvPr/>
        </p:nvSpPr>
        <p:spPr>
          <a:xfrm>
            <a:off x="695160" y="3078000"/>
            <a:ext cx="67197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ffffff"/>
              </a:solidFill>
              <a:effectLst/>
              <a:uFillTx/>
              <a:latin typeface="Arial"/>
            </a:endParaRPr>
          </a:p>
        </p:txBody>
      </p:sp>
      <p:sp>
        <p:nvSpPr>
          <p:cNvPr id="7" name="PlaceHolder 1"/>
          <p:cNvSpPr>
            <a:spLocks noGrp="1"/>
          </p:cNvSpPr>
          <p:nvPr>
            <p:ph type="body"/>
          </p:nvPr>
        </p:nvSpPr>
        <p:spPr>
          <a:xfrm>
            <a:off x="695160" y="2143080"/>
            <a:ext cx="11029680" cy="2022480"/>
          </a:xfrm>
          <a:prstGeom prst="rect">
            <a:avLst/>
          </a:prstGeom>
          <a:noFill/>
          <a:ln w="0">
            <a:noFill/>
          </a:ln>
        </p:spPr>
        <p:txBody>
          <a:bodyPr lIns="0" rIns="0" tIns="0" bIns="0" anchor="t">
            <a:noAutofit/>
          </a:bodyPr>
          <a:p>
            <a:pPr indent="0" defTabSz="914400">
              <a:lnSpc>
                <a:spcPct val="110000"/>
              </a:lnSpc>
              <a:buNone/>
              <a:tabLst>
                <a:tab algn="l" pos="0"/>
              </a:tabLst>
            </a:pPr>
            <a:r>
              <a:rPr b="0" lang="en-IN" sz="4000" strike="noStrike" u="none">
                <a:solidFill>
                  <a:schemeClr val="lt1"/>
                </a:solidFill>
                <a:effectLst/>
                <a:uFillTx/>
                <a:latin typeface="Arial Nova"/>
                <a:ea typeface="Arial Nova"/>
              </a:rPr>
              <a:t>Click to edit Master text styles</a:t>
            </a:r>
            <a:endParaRPr b="0" lang="en-IN" sz="4000" strike="noStrike" u="none">
              <a:solidFill>
                <a:schemeClr val="lt1">
                  <a:lumMod val="25000"/>
                </a:schemeClr>
              </a:solidFill>
              <a:effectLst/>
              <a:uFillTx/>
              <a:latin typeface="Arial"/>
            </a:endParaRPr>
          </a:p>
        </p:txBody>
      </p:sp>
      <p:sp>
        <p:nvSpPr>
          <p:cNvPr id="8" name="TextBox 4"/>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D3275556-2D7C-4FC7-BC3C-CD1DE7FDC5DC}" type="slidenum">
              <a:rPr b="0" lang="en-IN" sz="800" strike="noStrike" u="none">
                <a:solidFill>
                  <a:schemeClr val="lt1"/>
                </a:solidFill>
                <a:effectLst/>
                <a:uFillTx/>
                <a:latin typeface="Arial"/>
                <a:ea typeface="Arial"/>
              </a:rPr>
              <a:t>&lt;number&gt;</a:t>
            </a:fld>
            <a:endParaRPr b="0" lang="en-IN" sz="800" strike="noStrike" u="none">
              <a:solidFill>
                <a:srgbClr val="ffffff"/>
              </a:solidFill>
              <a:effectLst/>
              <a:uFillTx/>
              <a:latin typeface="Arial"/>
            </a:endParaRPr>
          </a:p>
        </p:txBody>
      </p:sp>
      <p:sp>
        <p:nvSpPr>
          <p:cNvPr id="9"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IN" sz="2400" strike="noStrike" u="none">
                <a:solidFill>
                  <a:schemeClr val="dk1"/>
                </a:solidFill>
                <a:effectLst/>
                <a:uFillTx/>
                <a:latin typeface="Arial"/>
              </a:rPr>
              <a:t>Click to edit the title </a:t>
            </a:r>
            <a:r>
              <a:rPr b="0" lang="en-IN" sz="2400" strike="noStrike" u="none">
                <a:solidFill>
                  <a:schemeClr val="dk1"/>
                </a:solidFill>
                <a:effectLst/>
                <a:uFillTx/>
                <a:latin typeface="Arial"/>
              </a:rPr>
              <a:t>text format</a:t>
            </a:r>
            <a:endParaRPr b="0" lang="en-IN" sz="24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_Title with image">
    <p:bg>
      <p:bgPr>
        <a:blipFill rotWithShape="0">
          <a:blip r:embed="rId2"/>
          <a:stretch>
            <a:fillRect t="-8999" b="-8999"/>
          </a:stretch>
        </a:blipFill>
      </p:bgPr>
    </p:bg>
    <p:spTree>
      <p:nvGrpSpPr>
        <p:cNvPr id="1" name=""/>
        <p:cNvGrpSpPr/>
        <p:nvPr/>
      </p:nvGrpSpPr>
      <p:grpSpPr>
        <a:xfrm>
          <a:off x="0" y="0"/>
          <a:ext cx="0" cy="0"/>
          <a:chOff x="0" y="0"/>
          <a:chExt cx="0" cy="0"/>
        </a:xfrm>
      </p:grpSpPr>
      <p:sp>
        <p:nvSpPr>
          <p:cNvPr id="10" name="Rectangle 7"/>
          <p:cNvSpPr/>
          <p:nvPr/>
        </p:nvSpPr>
        <p:spPr>
          <a:xfrm>
            <a:off x="0" y="0"/>
            <a:ext cx="12191760" cy="6857640"/>
          </a:xfrm>
          <a:prstGeom prst="rect">
            <a:avLst/>
          </a:prstGeom>
          <a:solidFill>
            <a:schemeClr val="dk2">
              <a:alpha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chemeClr val="lt1"/>
              </a:solidFill>
              <a:effectLst/>
              <a:uFillTx/>
              <a:latin typeface="Arial Nova"/>
            </a:endParaRPr>
          </a:p>
        </p:txBody>
      </p:sp>
      <p:sp>
        <p:nvSpPr>
          <p:cNvPr id="11" name="PlaceHolder 1"/>
          <p:cNvSpPr>
            <a:spLocks noGrp="1"/>
          </p:cNvSpPr>
          <p:nvPr>
            <p:ph type="title"/>
          </p:nvPr>
        </p:nvSpPr>
        <p:spPr>
          <a:xfrm>
            <a:off x="695160" y="4557960"/>
            <a:ext cx="5361120" cy="475200"/>
          </a:xfrm>
          <a:prstGeom prst="rect">
            <a:avLst/>
          </a:prstGeom>
          <a:noFill/>
          <a:ln w="0">
            <a:noFill/>
          </a:ln>
        </p:spPr>
        <p:txBody>
          <a:bodyPr lIns="0" rIns="0" tIns="0" bIns="0" anchor="t">
            <a:noAutofit/>
          </a:bodyPr>
          <a:p>
            <a:pPr indent="0" defTabSz="914400">
              <a:lnSpc>
                <a:spcPct val="100000"/>
              </a:lnSpc>
              <a:buNone/>
            </a:pPr>
            <a:r>
              <a:rPr b="0" lang="en-IN" sz="3000" strike="noStrike" u="none">
                <a:solidFill>
                  <a:schemeClr val="lt1"/>
                </a:solidFill>
                <a:effectLst/>
                <a:uFillTx/>
                <a:latin typeface="Arial Nova"/>
                <a:ea typeface="Arial Nova"/>
              </a:rPr>
              <a:t>C</a:t>
            </a:r>
            <a:r>
              <a:rPr b="0" lang="en-IN" sz="3000" strike="noStrike" u="none">
                <a:solidFill>
                  <a:schemeClr val="lt1"/>
                </a:solidFill>
                <a:effectLst/>
                <a:uFillTx/>
                <a:latin typeface="Arial Nova"/>
                <a:ea typeface="Arial Nova"/>
              </a:rPr>
              <a:t>l</a:t>
            </a:r>
            <a:r>
              <a:rPr b="0" lang="en-IN" sz="3000" strike="noStrike" u="none">
                <a:solidFill>
                  <a:schemeClr val="lt1"/>
                </a:solidFill>
                <a:effectLst/>
                <a:uFillTx/>
                <a:latin typeface="Arial Nova"/>
                <a:ea typeface="Arial Nova"/>
              </a:rPr>
              <a:t>i</a:t>
            </a:r>
            <a:r>
              <a:rPr b="0" lang="en-IN" sz="3000" strike="noStrike" u="none">
                <a:solidFill>
                  <a:schemeClr val="lt1"/>
                </a:solidFill>
                <a:effectLst/>
                <a:uFillTx/>
                <a:latin typeface="Arial Nova"/>
                <a:ea typeface="Arial Nova"/>
              </a:rPr>
              <a:t>c</a:t>
            </a:r>
            <a:r>
              <a:rPr b="0" lang="en-IN" sz="3000" strike="noStrike" u="none">
                <a:solidFill>
                  <a:schemeClr val="lt1"/>
                </a:solidFill>
                <a:effectLst/>
                <a:uFillTx/>
                <a:latin typeface="Arial Nova"/>
                <a:ea typeface="Arial Nova"/>
              </a:rPr>
              <a:t>k</a:t>
            </a:r>
            <a:r>
              <a:rPr b="0" lang="en-IN" sz="3000" strike="noStrike" u="none">
                <a:solidFill>
                  <a:schemeClr val="lt1"/>
                </a:solidFill>
                <a:effectLst/>
                <a:uFillTx/>
                <a:latin typeface="Arial Nova"/>
                <a:ea typeface="Arial Nova"/>
              </a:rPr>
              <a:t> </a:t>
            </a:r>
            <a:r>
              <a:rPr b="0" lang="en-IN" sz="3000" strike="noStrike" u="none">
                <a:solidFill>
                  <a:schemeClr val="lt1"/>
                </a:solidFill>
                <a:effectLst/>
                <a:uFillTx/>
                <a:latin typeface="Arial Nova"/>
                <a:ea typeface="Arial Nova"/>
              </a:rPr>
              <a:t>t</a:t>
            </a:r>
            <a:r>
              <a:rPr b="0" lang="en-IN" sz="3000" strike="noStrike" u="none">
                <a:solidFill>
                  <a:schemeClr val="lt1"/>
                </a:solidFill>
                <a:effectLst/>
                <a:uFillTx/>
                <a:latin typeface="Arial Nova"/>
                <a:ea typeface="Arial Nova"/>
              </a:rPr>
              <a:t>o</a:t>
            </a:r>
            <a:r>
              <a:rPr b="0" lang="en-IN" sz="3000" strike="noStrike" u="none">
                <a:solidFill>
                  <a:schemeClr val="lt1"/>
                </a:solidFill>
                <a:effectLst/>
                <a:uFillTx/>
                <a:latin typeface="Arial Nova"/>
                <a:ea typeface="Arial Nova"/>
              </a:rPr>
              <a:t> </a:t>
            </a:r>
            <a:r>
              <a:rPr b="0" lang="en-IN" sz="3000" strike="noStrike" u="none">
                <a:solidFill>
                  <a:schemeClr val="lt1"/>
                </a:solidFill>
                <a:effectLst/>
                <a:uFillTx/>
                <a:latin typeface="Arial Nova"/>
                <a:ea typeface="Arial Nova"/>
              </a:rPr>
              <a:t>e</a:t>
            </a:r>
            <a:r>
              <a:rPr b="0" lang="en-IN" sz="3000" strike="noStrike" u="none">
                <a:solidFill>
                  <a:schemeClr val="lt1"/>
                </a:solidFill>
                <a:effectLst/>
                <a:uFillTx/>
                <a:latin typeface="Arial Nova"/>
                <a:ea typeface="Arial Nova"/>
              </a:rPr>
              <a:t>d</a:t>
            </a:r>
            <a:r>
              <a:rPr b="0" lang="en-IN" sz="3000" strike="noStrike" u="none">
                <a:solidFill>
                  <a:schemeClr val="lt1"/>
                </a:solidFill>
                <a:effectLst/>
                <a:uFillTx/>
                <a:latin typeface="Arial Nova"/>
                <a:ea typeface="Arial Nova"/>
              </a:rPr>
              <a:t>i</a:t>
            </a:r>
            <a:r>
              <a:rPr b="0" lang="en-IN" sz="3000" strike="noStrike" u="none">
                <a:solidFill>
                  <a:schemeClr val="lt1"/>
                </a:solidFill>
                <a:effectLst/>
                <a:uFillTx/>
                <a:latin typeface="Arial Nova"/>
                <a:ea typeface="Arial Nova"/>
              </a:rPr>
              <a:t>t </a:t>
            </a:r>
            <a:r>
              <a:rPr b="0" lang="en-IN" sz="3000" strike="noStrike" u="none">
                <a:solidFill>
                  <a:schemeClr val="lt1"/>
                </a:solidFill>
                <a:effectLst/>
                <a:uFillTx/>
                <a:latin typeface="Arial Nova"/>
                <a:ea typeface="Arial Nova"/>
              </a:rPr>
              <a:t>M</a:t>
            </a:r>
            <a:r>
              <a:rPr b="0" lang="en-IN" sz="3000" strike="noStrike" u="none">
                <a:solidFill>
                  <a:schemeClr val="lt1"/>
                </a:solidFill>
                <a:effectLst/>
                <a:uFillTx/>
                <a:latin typeface="Arial Nova"/>
                <a:ea typeface="Arial Nova"/>
              </a:rPr>
              <a:t>a</a:t>
            </a:r>
            <a:r>
              <a:rPr b="0" lang="en-IN" sz="3000" strike="noStrike" u="none">
                <a:solidFill>
                  <a:schemeClr val="lt1"/>
                </a:solidFill>
                <a:effectLst/>
                <a:uFillTx/>
                <a:latin typeface="Arial Nova"/>
                <a:ea typeface="Arial Nova"/>
              </a:rPr>
              <a:t>s</a:t>
            </a:r>
            <a:r>
              <a:rPr b="0" lang="en-IN" sz="3000" strike="noStrike" u="none">
                <a:solidFill>
                  <a:schemeClr val="lt1"/>
                </a:solidFill>
                <a:effectLst/>
                <a:uFillTx/>
                <a:latin typeface="Arial Nova"/>
                <a:ea typeface="Arial Nova"/>
              </a:rPr>
              <a:t>t</a:t>
            </a:r>
            <a:r>
              <a:rPr b="0" lang="en-IN" sz="3000" strike="noStrike" u="none">
                <a:solidFill>
                  <a:schemeClr val="lt1"/>
                </a:solidFill>
                <a:effectLst/>
                <a:uFillTx/>
                <a:latin typeface="Arial Nova"/>
                <a:ea typeface="Arial Nova"/>
              </a:rPr>
              <a:t>e</a:t>
            </a:r>
            <a:r>
              <a:rPr b="0" lang="en-IN" sz="3000" strike="noStrike" u="none">
                <a:solidFill>
                  <a:schemeClr val="lt1"/>
                </a:solidFill>
                <a:effectLst/>
                <a:uFillTx/>
                <a:latin typeface="Arial Nova"/>
                <a:ea typeface="Arial Nova"/>
              </a:rPr>
              <a:t>r </a:t>
            </a:r>
            <a:r>
              <a:rPr b="0" lang="en-IN" sz="3000" strike="noStrike" u="none">
                <a:solidFill>
                  <a:schemeClr val="lt1"/>
                </a:solidFill>
                <a:effectLst/>
                <a:uFillTx/>
                <a:latin typeface="Arial Nova"/>
                <a:ea typeface="Arial Nova"/>
              </a:rPr>
              <a:t>t</a:t>
            </a:r>
            <a:r>
              <a:rPr b="0" lang="en-IN" sz="3000" strike="noStrike" u="none">
                <a:solidFill>
                  <a:schemeClr val="lt1"/>
                </a:solidFill>
                <a:effectLst/>
                <a:uFillTx/>
                <a:latin typeface="Arial Nova"/>
                <a:ea typeface="Arial Nova"/>
              </a:rPr>
              <a:t>i</a:t>
            </a:r>
            <a:r>
              <a:rPr b="0" lang="en-IN" sz="3000" strike="noStrike" u="none">
                <a:solidFill>
                  <a:schemeClr val="lt1"/>
                </a:solidFill>
                <a:effectLst/>
                <a:uFillTx/>
                <a:latin typeface="Arial Nova"/>
                <a:ea typeface="Arial Nova"/>
              </a:rPr>
              <a:t>t</a:t>
            </a:r>
            <a:r>
              <a:rPr b="0" lang="en-IN" sz="3000" strike="noStrike" u="none">
                <a:solidFill>
                  <a:schemeClr val="lt1"/>
                </a:solidFill>
                <a:effectLst/>
                <a:uFillTx/>
                <a:latin typeface="Arial Nova"/>
                <a:ea typeface="Arial Nova"/>
              </a:rPr>
              <a:t>l</a:t>
            </a:r>
            <a:r>
              <a:rPr b="0" lang="en-IN" sz="3000" strike="noStrike" u="none">
                <a:solidFill>
                  <a:schemeClr val="lt1"/>
                </a:solidFill>
                <a:effectLst/>
                <a:uFillTx/>
                <a:latin typeface="Arial Nova"/>
                <a:ea typeface="Arial Nova"/>
              </a:rPr>
              <a:t>e</a:t>
            </a:r>
            <a:r>
              <a:rPr b="0" lang="en-IN" sz="3000" strike="noStrike" u="none">
                <a:solidFill>
                  <a:schemeClr val="lt1"/>
                </a:solidFill>
                <a:effectLst/>
                <a:uFillTx/>
                <a:latin typeface="Arial Nova"/>
                <a:ea typeface="Arial Nova"/>
              </a:rPr>
              <a:t> </a:t>
            </a:r>
            <a:r>
              <a:rPr b="0" lang="en-IN" sz="3000" strike="noStrike" u="none">
                <a:solidFill>
                  <a:schemeClr val="lt1"/>
                </a:solidFill>
                <a:effectLst/>
                <a:uFillTx/>
                <a:latin typeface="Arial Nova"/>
                <a:ea typeface="Arial Nova"/>
              </a:rPr>
              <a:t>s</a:t>
            </a:r>
            <a:r>
              <a:rPr b="0" lang="en-IN" sz="3000" strike="noStrike" u="none">
                <a:solidFill>
                  <a:schemeClr val="lt1"/>
                </a:solidFill>
                <a:effectLst/>
                <a:uFillTx/>
                <a:latin typeface="Arial Nova"/>
                <a:ea typeface="Arial Nova"/>
              </a:rPr>
              <a:t>t</a:t>
            </a:r>
            <a:r>
              <a:rPr b="0" lang="en-IN" sz="3000" strike="noStrike" u="none">
                <a:solidFill>
                  <a:schemeClr val="lt1"/>
                </a:solidFill>
                <a:effectLst/>
                <a:uFillTx/>
                <a:latin typeface="Arial Nova"/>
                <a:ea typeface="Arial Nova"/>
              </a:rPr>
              <a:t>y</a:t>
            </a:r>
            <a:r>
              <a:rPr b="0" lang="en-IN" sz="3000" strike="noStrike" u="none">
                <a:solidFill>
                  <a:schemeClr val="lt1"/>
                </a:solidFill>
                <a:effectLst/>
                <a:uFillTx/>
                <a:latin typeface="Arial Nova"/>
                <a:ea typeface="Arial Nova"/>
              </a:rPr>
              <a:t>l</a:t>
            </a:r>
            <a:r>
              <a:rPr b="0" lang="en-IN" sz="3000" strike="noStrike" u="none">
                <a:solidFill>
                  <a:schemeClr val="lt1"/>
                </a:solidFill>
                <a:effectLst/>
                <a:uFillTx/>
                <a:latin typeface="Arial Nova"/>
                <a:ea typeface="Arial Nova"/>
              </a:rPr>
              <a:t>e</a:t>
            </a:r>
            <a:endParaRPr b="0" lang="en-IN" sz="3000" strike="noStrike" u="none">
              <a:solidFill>
                <a:schemeClr val="dk1"/>
              </a:solidFill>
              <a:effectLst/>
              <a:uFillTx/>
              <a:latin typeface="Arial"/>
            </a:endParaRPr>
          </a:p>
        </p:txBody>
      </p:sp>
      <p:sp>
        <p:nvSpPr>
          <p:cNvPr id="12" name="PlaceHolder 2"/>
          <p:cNvSpPr>
            <a:spLocks noGrp="1"/>
          </p:cNvSpPr>
          <p:nvPr>
            <p:ph type="body"/>
          </p:nvPr>
        </p:nvSpPr>
        <p:spPr>
          <a:xfrm>
            <a:off x="695160" y="5362200"/>
            <a:ext cx="3507840" cy="324000"/>
          </a:xfrm>
          <a:prstGeom prst="rect">
            <a:avLst/>
          </a:prstGeom>
          <a:noFill/>
          <a:ln w="0">
            <a:noFill/>
          </a:ln>
        </p:spPr>
        <p:txBody>
          <a:bodyPr lIns="0" rIns="0" tIns="0" bIns="0" anchor="t">
            <a:noAutofit/>
          </a:bodyPr>
          <a:p>
            <a:pPr indent="0" defTabSz="914400">
              <a:lnSpc>
                <a:spcPct val="130000"/>
              </a:lnSpc>
              <a:buNone/>
              <a:tabLst>
                <a:tab algn="l" pos="0"/>
              </a:tabLst>
            </a:pPr>
            <a:r>
              <a:rPr b="0" lang="en-IN" sz="2000" strike="noStrike" u="none">
                <a:solidFill>
                  <a:schemeClr val="lt1"/>
                </a:solidFill>
                <a:effectLst/>
                <a:uFillTx/>
                <a:latin typeface="Arial Nova"/>
                <a:ea typeface="Arial Nova"/>
              </a:rPr>
              <a:t>Name Surname</a:t>
            </a:r>
            <a:endParaRPr b="0" lang="en-IN" sz="2000" strike="noStrike" u="none">
              <a:solidFill>
                <a:schemeClr val="lt1">
                  <a:lumMod val="25000"/>
                </a:schemeClr>
              </a:solidFill>
              <a:effectLst/>
              <a:uFillTx/>
              <a:latin typeface="Arial"/>
            </a:endParaRPr>
          </a:p>
        </p:txBody>
      </p:sp>
      <p:sp>
        <p:nvSpPr>
          <p:cNvPr id="13" name="PlaceHolder 3"/>
          <p:cNvSpPr>
            <a:spLocks noGrp="1"/>
          </p:cNvSpPr>
          <p:nvPr>
            <p:ph type="body"/>
          </p:nvPr>
        </p:nvSpPr>
        <p:spPr>
          <a:xfrm>
            <a:off x="695160" y="5695560"/>
            <a:ext cx="3507840" cy="324000"/>
          </a:xfrm>
          <a:prstGeom prst="rect">
            <a:avLst/>
          </a:prstGeom>
          <a:noFill/>
          <a:ln w="0">
            <a:noFill/>
          </a:ln>
        </p:spPr>
        <p:txBody>
          <a:bodyPr lIns="0" rIns="0" tIns="0" bIns="0" anchor="t">
            <a:noAutofit/>
          </a:bodyPr>
          <a:p>
            <a:pPr indent="0" defTabSz="914400">
              <a:lnSpc>
                <a:spcPct val="130000"/>
              </a:lnSpc>
              <a:buNone/>
              <a:tabLst>
                <a:tab algn="l" pos="0"/>
              </a:tabLst>
            </a:pPr>
            <a:r>
              <a:rPr b="0" lang="en-IN" sz="2000" strike="noStrike" u="none">
                <a:solidFill>
                  <a:srgbClr val="007bff"/>
                </a:solidFill>
                <a:effectLst/>
                <a:uFillTx/>
                <a:latin typeface="Arial Nova"/>
                <a:ea typeface="Arial Nova"/>
              </a:rPr>
              <a:t>Title</a:t>
            </a:r>
            <a:endParaRPr b="0" lang="en-IN" sz="2000" strike="noStrike" u="none">
              <a:solidFill>
                <a:schemeClr val="lt1">
                  <a:lumMod val="25000"/>
                </a:schemeClr>
              </a:solidFill>
              <a:effectLst/>
              <a:uFillTx/>
              <a:latin typeface="Arial"/>
            </a:endParaRPr>
          </a:p>
        </p:txBody>
      </p:sp>
      <p:pic>
        <p:nvPicPr>
          <p:cNvPr id="14" name="Picture 13" descr=""/>
          <p:cNvPicPr/>
          <p:nvPr/>
        </p:nvPicPr>
        <p:blipFill>
          <a:blip r:embed="rId3"/>
          <a:stretch/>
        </p:blipFill>
        <p:spPr>
          <a:xfrm>
            <a:off x="695160" y="794520"/>
            <a:ext cx="2792520" cy="762120"/>
          </a:xfrm>
          <a:prstGeom prst="rect">
            <a:avLst/>
          </a:prstGeom>
          <a:noFill/>
          <a:ln w="0">
            <a:noFill/>
          </a:ln>
        </p:spPr>
      </p:pic>
      <p:sp>
        <p:nvSpPr>
          <p:cNvPr id="15" name="PlaceHolder 4"/>
          <p:cNvSpPr>
            <a:spLocks noGrp="1"/>
          </p:cNvSpPr>
          <p:nvPr>
            <p:ph type="body"/>
          </p:nvPr>
        </p:nvSpPr>
        <p:spPr>
          <a:xfrm>
            <a:off x="695160" y="2143080"/>
            <a:ext cx="7862400" cy="2022480"/>
          </a:xfrm>
          <a:prstGeom prst="rect">
            <a:avLst/>
          </a:prstGeom>
          <a:noFill/>
          <a:ln w="0">
            <a:noFill/>
          </a:ln>
        </p:spPr>
        <p:txBody>
          <a:bodyPr lIns="0" rIns="0" tIns="0" bIns="0" anchor="t">
            <a:noAutofit/>
          </a:bodyPr>
          <a:p>
            <a:pPr indent="0" defTabSz="914400">
              <a:lnSpc>
                <a:spcPct val="110000"/>
              </a:lnSpc>
              <a:buNone/>
              <a:tabLst>
                <a:tab algn="l" pos="0"/>
              </a:tabLst>
            </a:pPr>
            <a:r>
              <a:rPr b="0" lang="en-IN" sz="3000" strike="noStrike" u="none">
                <a:solidFill>
                  <a:schemeClr val="lt1"/>
                </a:solidFill>
                <a:effectLst/>
                <a:uFillTx/>
                <a:latin typeface="Arial Nova"/>
                <a:ea typeface="Arial Nova"/>
              </a:rPr>
              <a:t>Click to edit Master text styles</a:t>
            </a:r>
            <a:endParaRPr b="0" lang="en-IN" sz="3000" strike="noStrike" u="none">
              <a:solidFill>
                <a:schemeClr val="lt1">
                  <a:lumMod val="25000"/>
                </a:schemeClr>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uble Headline">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63160" y="189000"/>
            <a:ext cx="11688120" cy="817200"/>
          </a:xfrm>
          <a:prstGeom prst="rect">
            <a:avLst/>
          </a:prstGeom>
          <a:noFill/>
          <a:ln w="0">
            <a:noFill/>
          </a:ln>
        </p:spPr>
        <p:txBody>
          <a:bodyPr lIns="72000" rIns="72000" tIns="0" bIns="0" anchor="ctr">
            <a:noAutofit/>
          </a:bodyPr>
          <a:p>
            <a:pPr indent="0" defTabSz="914400">
              <a:lnSpc>
                <a:spcPct val="100000"/>
              </a:lnSpc>
              <a:buNone/>
            </a:pPr>
            <a:r>
              <a:rPr b="0" lang="en-IN" sz="2800" spc="-20" strike="noStrike" u="none">
                <a:solidFill>
                  <a:srgbClr val="000000"/>
                </a:solidFill>
                <a:effectLst/>
                <a:uFillTx/>
                <a:latin typeface="Arial Nova"/>
                <a:ea typeface="Arial Nova"/>
              </a:rPr>
              <a:t>Click to edit Master title style</a:t>
            </a:r>
            <a:endParaRPr b="0" lang="en-IN" sz="2800" strike="noStrike" u="none">
              <a:solidFill>
                <a:schemeClr val="dk1"/>
              </a:solidFill>
              <a:effectLst/>
              <a:uFillTx/>
              <a:latin typeface="Arial"/>
            </a:endParaRPr>
          </a:p>
        </p:txBody>
      </p:sp>
      <p:sp>
        <p:nvSpPr>
          <p:cNvPr id="17" name="PlaceHolder 2"/>
          <p:cNvSpPr>
            <a:spLocks noGrp="1"/>
          </p:cNvSpPr>
          <p:nvPr>
            <p:ph type="body"/>
          </p:nvPr>
        </p:nvSpPr>
        <p:spPr>
          <a:xfrm>
            <a:off x="263520" y="1030680"/>
            <a:ext cx="11688480" cy="388080"/>
          </a:xfrm>
          <a:prstGeom prst="rect">
            <a:avLst/>
          </a:prstGeom>
          <a:noFill/>
          <a:ln w="0">
            <a:noFill/>
          </a:ln>
        </p:spPr>
        <p:txBody>
          <a:bodyPr lIns="72000" rIns="72000" tIns="0" bIns="0" anchor="t">
            <a:noAutofit/>
          </a:bodyPr>
          <a:p>
            <a:pPr indent="0" defTabSz="914400">
              <a:lnSpc>
                <a:spcPct val="100000"/>
              </a:lnSpc>
              <a:buNone/>
              <a:tabLst>
                <a:tab algn="l" pos="0"/>
              </a:tabLst>
            </a:pPr>
            <a:r>
              <a:rPr b="0" lang="en-IN" sz="2000" strike="noStrike" u="none">
                <a:solidFill>
                  <a:schemeClr val="accent1"/>
                </a:solidFill>
                <a:effectLst/>
                <a:uFillTx/>
                <a:latin typeface="Arial Nova"/>
                <a:ea typeface="Arial Nova"/>
              </a:rPr>
              <a:t>Click to edit Master text styles</a:t>
            </a:r>
            <a:endParaRPr b="0" lang="en-IN" sz="2000" strike="noStrike" u="none">
              <a:solidFill>
                <a:schemeClr val="lt1">
                  <a:lumMod val="25000"/>
                </a:schemeClr>
              </a:solidFill>
              <a:effectLst/>
              <a:uFillTx/>
              <a:latin typeface="Arial"/>
            </a:endParaRPr>
          </a:p>
        </p:txBody>
      </p:sp>
      <p:sp>
        <p:nvSpPr>
          <p:cNvPr id="18" name="TextBox 5"/>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83C393BA-8761-4FD7-8A57-C4912B8DD821}"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19" name="Picture 6"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20" name="TextBox 2"/>
          <p:cNvSpPr/>
          <p:nvPr/>
        </p:nvSpPr>
        <p:spPr>
          <a:xfrm>
            <a:off x="11846880" y="5374440"/>
            <a:ext cx="34488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800" strike="noStrike" u="none">
              <a:solidFill>
                <a:srgbClr val="000000"/>
              </a:solidFill>
              <a:effectLst/>
              <a:uFillTx/>
              <a:latin typeface="Arial"/>
            </a:endParaRPr>
          </a:p>
        </p:txBody>
      </p:sp>
      <p:sp>
        <p:nvSpPr>
          <p:cNvPr id="21" name="TextBox 4"/>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639C94D9-5E8A-4DD1-AFEE-39DCE085C2CB}"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22" name="Picture 3"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Healdine Sub">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263160" y="189000"/>
            <a:ext cx="11688120" cy="549720"/>
          </a:xfrm>
          <a:prstGeom prst="rect">
            <a:avLst/>
          </a:prstGeom>
          <a:noFill/>
          <a:ln w="0">
            <a:noFill/>
          </a:ln>
        </p:spPr>
        <p:txBody>
          <a:bodyPr lIns="72000" rIns="72000" tIns="0" bIns="0" anchor="ctr">
            <a:noAutofit/>
          </a:bodyPr>
          <a:p>
            <a:pPr indent="0" defTabSz="914400">
              <a:lnSpc>
                <a:spcPct val="100000"/>
              </a:lnSpc>
              <a:buNone/>
            </a:pPr>
            <a:r>
              <a:rPr b="0" lang="en-IN" sz="2800" spc="-20" strike="noStrike" u="none">
                <a:solidFill>
                  <a:srgbClr val="000000"/>
                </a:solidFill>
                <a:effectLst/>
                <a:uFillTx/>
                <a:latin typeface="Arial Nova"/>
                <a:ea typeface="Arial Nova"/>
              </a:rPr>
              <a:t>Click to edit Master title style</a:t>
            </a:r>
            <a:endParaRPr b="0" lang="en-IN" sz="2800" strike="noStrike" u="none">
              <a:solidFill>
                <a:schemeClr val="dk1"/>
              </a:solidFill>
              <a:effectLst/>
              <a:uFillTx/>
              <a:latin typeface="Arial"/>
            </a:endParaRPr>
          </a:p>
        </p:txBody>
      </p:sp>
      <p:sp>
        <p:nvSpPr>
          <p:cNvPr id="24" name="PlaceHolder 2"/>
          <p:cNvSpPr>
            <a:spLocks noGrp="1"/>
          </p:cNvSpPr>
          <p:nvPr>
            <p:ph type="body"/>
          </p:nvPr>
        </p:nvSpPr>
        <p:spPr>
          <a:xfrm>
            <a:off x="263520" y="729360"/>
            <a:ext cx="11688480" cy="388080"/>
          </a:xfrm>
          <a:prstGeom prst="rect">
            <a:avLst/>
          </a:prstGeom>
          <a:noFill/>
          <a:ln w="0">
            <a:noFill/>
          </a:ln>
        </p:spPr>
        <p:txBody>
          <a:bodyPr lIns="72000" rIns="72000" tIns="0" bIns="0" anchor="ctr">
            <a:noAutofit/>
          </a:bodyPr>
          <a:p>
            <a:pPr indent="0" defTabSz="914400">
              <a:lnSpc>
                <a:spcPct val="100000"/>
              </a:lnSpc>
              <a:buNone/>
              <a:tabLst>
                <a:tab algn="l" pos="0"/>
              </a:tabLst>
            </a:pPr>
            <a:r>
              <a:rPr b="0" lang="en-IN" sz="2000" strike="noStrike" u="none">
                <a:solidFill>
                  <a:schemeClr val="accent1"/>
                </a:solidFill>
                <a:effectLst/>
                <a:uFillTx/>
                <a:latin typeface="Arial Nova"/>
                <a:ea typeface="Arial Nova"/>
              </a:rPr>
              <a:t>Click to edit Master text styles</a:t>
            </a:r>
            <a:endParaRPr b="0" lang="en-IN" sz="2000" strike="noStrike" u="none">
              <a:solidFill>
                <a:schemeClr val="lt1">
                  <a:lumMod val="25000"/>
                </a:schemeClr>
              </a:solidFill>
              <a:effectLst/>
              <a:uFillTx/>
              <a:latin typeface="Arial"/>
            </a:endParaRPr>
          </a:p>
        </p:txBody>
      </p:sp>
      <p:sp>
        <p:nvSpPr>
          <p:cNvPr id="25" name="TextBox 6"/>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C4126354-E238-4DE7-B33E-E6BE00916A5D}"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26" name="Picture 7"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siness Challenges 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Slide Number Placeholder 1"/>
          <p:cNvSpPr/>
          <p:nvPr/>
        </p:nvSpPr>
        <p:spPr>
          <a:xfrm>
            <a:off x="11136240" y="6499080"/>
            <a:ext cx="304920" cy="169560"/>
          </a:xfrm>
          <a:prstGeom prst="rect">
            <a:avLst/>
          </a:prstGeom>
          <a:noFill/>
          <a:ln w="0">
            <a:noFill/>
          </a:ln>
        </p:spPr>
        <p:style>
          <a:lnRef idx="0"/>
          <a:fillRef idx="0"/>
          <a:effectRef idx="0"/>
          <a:fontRef idx="minor"/>
        </p:style>
        <p:txBody>
          <a:bodyPr lIns="0" rIns="0" tIns="0" bIns="0" anchor="b">
            <a:noAutofit/>
          </a:bodyPr>
          <a:p>
            <a:pPr defTabSz="914400">
              <a:lnSpc>
                <a:spcPct val="100000"/>
              </a:lnSpc>
            </a:pPr>
            <a:fld id="{DDA1AEBD-B993-4D43-9A21-CB7EB021803D}" type="slidenum">
              <a:rPr b="0" lang="en-IN" sz="1000" strike="noStrike" u="none">
                <a:solidFill>
                  <a:srgbClr val="0e1259"/>
                </a:solidFill>
                <a:effectLst/>
                <a:uFillTx/>
                <a:latin typeface="Arial"/>
                <a:ea typeface="Arial"/>
              </a:rPr>
              <a:t>&lt;number&gt;</a:t>
            </a:fld>
            <a:endParaRPr b="0" lang="en-IN" sz="1000" strike="noStrike" u="none">
              <a:solidFill>
                <a:srgbClr val="000000"/>
              </a:solidFill>
              <a:effectLst/>
              <a:uFillTx/>
              <a:latin typeface="Arial"/>
            </a:endParaRPr>
          </a:p>
        </p:txBody>
      </p:sp>
      <p:sp>
        <p:nvSpPr>
          <p:cNvPr id="28" name="TextBox 25"/>
          <p:cNvSpPr/>
          <p:nvPr/>
        </p:nvSpPr>
        <p:spPr>
          <a:xfrm>
            <a:off x="298440" y="1348920"/>
            <a:ext cx="366048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Business Challenge</a:t>
            </a:r>
            <a:endParaRPr b="0" lang="en-IN" sz="1800" strike="noStrike" u="none">
              <a:solidFill>
                <a:srgbClr val="000000"/>
              </a:solidFill>
              <a:effectLst/>
              <a:uFillTx/>
              <a:latin typeface="Arial"/>
            </a:endParaRPr>
          </a:p>
        </p:txBody>
      </p:sp>
      <p:sp>
        <p:nvSpPr>
          <p:cNvPr id="29" name="Straight Connector 4"/>
          <p:cNvSpPr/>
          <p:nvPr/>
        </p:nvSpPr>
        <p:spPr>
          <a:xfrm>
            <a:off x="325800" y="1739520"/>
            <a:ext cx="297612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30" name="TextBox 25"/>
          <p:cNvSpPr/>
          <p:nvPr/>
        </p:nvSpPr>
        <p:spPr>
          <a:xfrm>
            <a:off x="3826800" y="1361520"/>
            <a:ext cx="375516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Solution</a:t>
            </a:r>
            <a:endParaRPr b="0" lang="en-IN" sz="1800" strike="noStrike" u="none">
              <a:solidFill>
                <a:srgbClr val="000000"/>
              </a:solidFill>
              <a:effectLst/>
              <a:uFillTx/>
              <a:latin typeface="Arial"/>
            </a:endParaRPr>
          </a:p>
        </p:txBody>
      </p:sp>
      <p:sp>
        <p:nvSpPr>
          <p:cNvPr id="31" name="Straight Connector 6"/>
          <p:cNvSpPr/>
          <p:nvPr/>
        </p:nvSpPr>
        <p:spPr>
          <a:xfrm>
            <a:off x="3824640" y="1739520"/>
            <a:ext cx="80013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32" name="TextBox 25"/>
          <p:cNvSpPr/>
          <p:nvPr/>
        </p:nvSpPr>
        <p:spPr>
          <a:xfrm>
            <a:off x="3826800" y="5129640"/>
            <a:ext cx="375516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Business Outcomes</a:t>
            </a:r>
            <a:endParaRPr b="0" lang="en-IN" sz="1800" strike="noStrike" u="none">
              <a:solidFill>
                <a:srgbClr val="000000"/>
              </a:solidFill>
              <a:effectLst/>
              <a:uFillTx/>
              <a:latin typeface="Arial"/>
            </a:endParaRPr>
          </a:p>
        </p:txBody>
      </p:sp>
      <p:sp>
        <p:nvSpPr>
          <p:cNvPr id="33" name="PlaceHolder 1"/>
          <p:cNvSpPr>
            <a:spLocks noGrp="1"/>
          </p:cNvSpPr>
          <p:nvPr>
            <p:ph type="title"/>
          </p:nvPr>
        </p:nvSpPr>
        <p:spPr>
          <a:xfrm>
            <a:off x="355680" y="368280"/>
            <a:ext cx="11464560" cy="1260000"/>
          </a:xfrm>
          <a:prstGeom prst="rect">
            <a:avLst/>
          </a:prstGeom>
          <a:noFill/>
          <a:ln w="0">
            <a:noFill/>
          </a:ln>
        </p:spPr>
        <p:txBody>
          <a:bodyPr lIns="0" rIns="0" tIns="0" bIns="0" anchor="t">
            <a:noAutofit/>
          </a:bodyPr>
          <a:p>
            <a:pPr indent="0" defTabSz="914400">
              <a:lnSpc>
                <a:spcPct val="100000"/>
              </a:lnSpc>
              <a:buNone/>
            </a:pPr>
            <a:r>
              <a:rPr b="0" lang="en-IN" sz="3000" spc="-20" strike="noStrike" u="none">
                <a:solidFill>
                  <a:srgbClr val="000000"/>
                </a:solidFill>
                <a:effectLst/>
                <a:uFillTx/>
                <a:latin typeface="Arial"/>
                <a:ea typeface="Arial"/>
              </a:rPr>
              <a:t>Click to edit Master title style</a:t>
            </a:r>
            <a:endParaRPr b="0" lang="en-IN" sz="3000" strike="noStrike" u="none">
              <a:solidFill>
                <a:schemeClr val="dk1"/>
              </a:solidFill>
              <a:effectLst/>
              <a:uFillTx/>
              <a:latin typeface="Arial"/>
            </a:endParaRPr>
          </a:p>
        </p:txBody>
      </p:sp>
      <p:sp>
        <p:nvSpPr>
          <p:cNvPr id="34" name="Straight Connector 12"/>
          <p:cNvSpPr/>
          <p:nvPr/>
        </p:nvSpPr>
        <p:spPr>
          <a:xfrm>
            <a:off x="3824640" y="5511600"/>
            <a:ext cx="80013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
          <p:cNvSpPr/>
          <p:nvPr/>
        </p:nvSpPr>
        <p:spPr>
          <a:xfrm>
            <a:off x="685800" y="2266920"/>
            <a:ext cx="8096040" cy="780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4200" strike="noStrike" u="none">
                <a:solidFill>
                  <a:srgbClr val="ffffff"/>
                </a:solidFill>
                <a:effectLst/>
                <a:uFillTx/>
                <a:latin typeface="Arial Nova"/>
                <a:ea typeface="Arial Nova"/>
              </a:rPr>
              <a:t>CJA Segment Cleanup</a:t>
            </a:r>
            <a:endParaRPr b="0" lang="en-IN" sz="4200" strike="noStrike" u="none">
              <a:solidFill>
                <a:srgbClr val="ffffff"/>
              </a:solidFill>
              <a:effectLst/>
              <a:uFillTx/>
              <a:latin typeface="Arial"/>
            </a:endParaRPr>
          </a:p>
        </p:txBody>
      </p:sp>
      <p:sp>
        <p:nvSpPr>
          <p:cNvPr id="42" name=""/>
          <p:cNvSpPr/>
          <p:nvPr/>
        </p:nvSpPr>
        <p:spPr>
          <a:xfrm>
            <a:off x="704880" y="3219480"/>
            <a:ext cx="8572320" cy="399600"/>
          </a:xfrm>
          <a:prstGeom prst="rect">
            <a:avLst/>
          </a:prstGeom>
          <a:noFill/>
          <a:ln w="0">
            <a:noFill/>
          </a:ln>
        </p:spPr>
        <p:style>
          <a:lnRef idx="0"/>
          <a:fillRef idx="0"/>
          <a:effectRef idx="0"/>
          <a:fontRef idx="minor"/>
        </p:style>
        <p:txBody>
          <a:bodyPr lIns="0" rIns="0" tIns="0" bIns="0" anchor="t">
            <a:normAutofit/>
          </a:bodyPr>
          <a:p>
            <a:pPr>
              <a:lnSpc>
                <a:spcPct val="100000"/>
              </a:lnSpc>
            </a:pPr>
            <a:r>
              <a:rPr b="0" lang="en-IN" sz="1800" strike="noStrike" u="none">
                <a:solidFill>
                  <a:srgbClr val="dce9ff"/>
                </a:solidFill>
                <a:effectLst/>
                <a:uFillTx/>
                <a:latin typeface="Arial"/>
                <a:ea typeface="Arial"/>
              </a:rPr>
              <a:t>Automated duplicate and near-duplicate analysis for Adobe CJA segments</a:t>
            </a:r>
            <a:endParaRPr b="0" lang="en-IN" sz="1800" strike="noStrike" u="none">
              <a:solidFill>
                <a:srgbClr val="ffffff"/>
              </a:solidFill>
              <a:effectLst/>
              <a:uFillTx/>
              <a:latin typeface="Arial"/>
            </a:endParaRPr>
          </a:p>
        </p:txBody>
      </p:sp>
      <p:sp>
        <p:nvSpPr>
          <p:cNvPr id="43" name=""/>
          <p:cNvSpPr/>
          <p:nvPr/>
        </p:nvSpPr>
        <p:spPr>
          <a:xfrm>
            <a:off x="704880" y="6153120"/>
            <a:ext cx="2095200" cy="266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ffffff"/>
                </a:solidFill>
                <a:effectLst/>
                <a:uFillTx/>
                <a:latin typeface="Arial"/>
                <a:ea typeface="Arial"/>
              </a:rPr>
              <a:t>eClerx Digital</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263160" y="189000"/>
            <a:ext cx="11771640" cy="817200"/>
          </a:xfrm>
          <a:prstGeom prst="rect">
            <a:avLst/>
          </a:prstGeom>
          <a:noFill/>
          <a:ln w="0">
            <a:noFill/>
          </a:ln>
        </p:spPr>
        <p:txBody>
          <a:bodyPr lIns="0" rIns="0" tIns="0" bIns="0" anchor="t">
            <a:normAutofit/>
          </a:bodyPr>
          <a:p>
            <a:pPr indent="0" defTabSz="914400">
              <a:lnSpc>
                <a:spcPct val="100000"/>
              </a:lnSpc>
              <a:buNone/>
            </a:pPr>
            <a:r>
              <a:rPr b="1" lang="en-IN" sz="2400" spc="-20" strike="noStrike" u="none">
                <a:solidFill>
                  <a:srgbClr val="0078f0"/>
                </a:solidFill>
                <a:effectLst/>
                <a:uFillTx/>
                <a:latin typeface="Arial"/>
                <a:ea typeface="Arial"/>
              </a:rPr>
              <a:t>Accelerator name: CJA Segment Cleanup</a:t>
            </a:r>
            <a:endParaRPr b="0" lang="en-IN" sz="2400" strike="noStrike" u="none">
              <a:solidFill>
                <a:schemeClr val="dk1"/>
              </a:solidFill>
              <a:effectLst/>
              <a:uFillTx/>
              <a:latin typeface="Arial"/>
            </a:endParaRPr>
          </a:p>
          <a:p>
            <a:pPr indent="0" defTabSz="914400">
              <a:lnSpc>
                <a:spcPct val="100000"/>
              </a:lnSpc>
              <a:buNone/>
            </a:pPr>
            <a:r>
              <a:rPr b="0" lang="en-IN" sz="2400" spc="-20" strike="noStrike" u="none">
                <a:solidFill>
                  <a:srgbClr val="111111"/>
                </a:solidFill>
                <a:effectLst/>
                <a:uFillTx/>
                <a:latin typeface="Arial"/>
                <a:ea typeface="Arial"/>
              </a:rPr>
              <a:t>Automated duplicate and near-duplicate analysis for Adobe CJA</a:t>
            </a:r>
            <a:endParaRPr b="0" lang="en-IN" sz="2400" strike="noStrike" u="none">
              <a:solidFill>
                <a:schemeClr val="dk1"/>
              </a:solidFill>
              <a:effectLst/>
              <a:uFillTx/>
              <a:latin typeface="Arial"/>
            </a:endParaRPr>
          </a:p>
        </p:txBody>
      </p:sp>
      <p:sp>
        <p:nvSpPr>
          <p:cNvPr id="45" name="TextBox 25"/>
          <p:cNvSpPr/>
          <p:nvPr/>
        </p:nvSpPr>
        <p:spPr>
          <a:xfrm>
            <a:off x="243000" y="95508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Business Overview/Challenge</a:t>
            </a:r>
            <a:endParaRPr b="0" lang="en-IN" sz="1400" strike="noStrike" u="none">
              <a:solidFill>
                <a:srgbClr val="000000"/>
              </a:solidFill>
              <a:effectLst/>
              <a:uFillTx/>
              <a:latin typeface="Arial"/>
            </a:endParaRPr>
          </a:p>
        </p:txBody>
      </p:sp>
      <p:sp>
        <p:nvSpPr>
          <p:cNvPr id="46" name="Rectangle 5"/>
          <p:cNvSpPr/>
          <p:nvPr/>
        </p:nvSpPr>
        <p:spPr>
          <a:xfrm>
            <a:off x="243000" y="1337040"/>
            <a:ext cx="2879640" cy="271224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Segments grow across teams and Data Views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Manual comparison takes time and varies by reviewer</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Names alone do not show matching logic</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Usage evidence is needed before cleanup</a:t>
            </a:r>
            <a:endParaRPr b="0" lang="en-IN" sz="1090" strike="noStrike" u="none">
              <a:solidFill>
                <a:srgbClr val="000000"/>
              </a:solidFill>
              <a:effectLst/>
              <a:uFillTx/>
              <a:latin typeface="Arial"/>
            </a:endParaRPr>
          </a:p>
        </p:txBody>
      </p:sp>
      <p:sp>
        <p:nvSpPr>
          <p:cNvPr id="47" name="Straight Connector 6"/>
          <p:cNvSpPr/>
          <p:nvPr/>
        </p:nvSpPr>
        <p:spPr>
          <a:xfrm>
            <a:off x="287280" y="127260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48" name="TextBox 25"/>
          <p:cNvSpPr/>
          <p:nvPr/>
        </p:nvSpPr>
        <p:spPr>
          <a:xfrm>
            <a:off x="243000" y="253584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Technology Stack</a:t>
            </a:r>
            <a:endParaRPr b="0" lang="en-IN" sz="1400" strike="noStrike" u="none">
              <a:solidFill>
                <a:srgbClr val="000000"/>
              </a:solidFill>
              <a:effectLst/>
              <a:uFillTx/>
              <a:latin typeface="Arial"/>
            </a:endParaRPr>
          </a:p>
        </p:txBody>
      </p:sp>
      <p:sp>
        <p:nvSpPr>
          <p:cNvPr id="49" name="Straight Connector 9"/>
          <p:cNvSpPr/>
          <p:nvPr/>
        </p:nvSpPr>
        <p:spPr>
          <a:xfrm>
            <a:off x="331920" y="286416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50" name="Rectangle 12"/>
          <p:cNvSpPr/>
          <p:nvPr/>
        </p:nvSpPr>
        <p:spPr>
          <a:xfrm>
            <a:off x="243000" y="2921040"/>
            <a:ext cx="2879640" cy="24379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Python and Flask</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Adobe CJA Data Views, Segments and Projects APIs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OAuth Server-to-Server authentication</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Local browser dashboard</a:t>
            </a:r>
            <a:endParaRPr b="0" lang="en-IN" sz="1090" strike="noStrike" u="none">
              <a:solidFill>
                <a:srgbClr val="000000"/>
              </a:solidFill>
              <a:effectLst/>
              <a:uFillTx/>
              <a:latin typeface="Arial"/>
            </a:endParaRPr>
          </a:p>
        </p:txBody>
      </p:sp>
      <p:sp>
        <p:nvSpPr>
          <p:cNvPr id="51" name="TextBox 25"/>
          <p:cNvSpPr/>
          <p:nvPr/>
        </p:nvSpPr>
        <p:spPr>
          <a:xfrm>
            <a:off x="4122000" y="913320"/>
            <a:ext cx="49539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The eClerx Solution</a:t>
            </a:r>
            <a:endParaRPr b="0" lang="en-IN" sz="1400" strike="noStrike" u="none">
              <a:solidFill>
                <a:srgbClr val="000000"/>
              </a:solidFill>
              <a:effectLst/>
              <a:uFillTx/>
              <a:latin typeface="Arial"/>
            </a:endParaRPr>
          </a:p>
        </p:txBody>
      </p:sp>
      <p:sp>
        <p:nvSpPr>
          <p:cNvPr id="52" name="Straight Connector 67"/>
          <p:cNvSpPr/>
          <p:nvPr/>
        </p:nvSpPr>
        <p:spPr>
          <a:xfrm>
            <a:off x="4196520" y="1272600"/>
            <a:ext cx="707688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53" name="Rectangle 24"/>
          <p:cNvSpPr/>
          <p:nvPr/>
        </p:nvSpPr>
        <p:spPr>
          <a:xfrm>
            <a:off x="4196520" y="5868000"/>
            <a:ext cx="2067480" cy="832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Faster review</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Automatic comparison replaces manual definition checks</a:t>
            </a:r>
            <a:endParaRPr b="0" lang="en-IN" sz="1130" strike="noStrike" u="none">
              <a:solidFill>
                <a:srgbClr val="000000"/>
              </a:solidFill>
              <a:effectLst/>
              <a:uFillTx/>
              <a:latin typeface="Arial"/>
            </a:endParaRPr>
          </a:p>
        </p:txBody>
      </p:sp>
      <p:sp>
        <p:nvSpPr>
          <p:cNvPr id="54" name="Rectangle 25"/>
          <p:cNvSpPr/>
          <p:nvPr/>
        </p:nvSpPr>
        <p:spPr>
          <a:xfrm>
            <a:off x="6721560" y="5868000"/>
            <a:ext cx="2439360" cy="832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Safer decisions</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Usage counts support retain or retire review</a:t>
            </a:r>
            <a:endParaRPr b="0" lang="en-IN" sz="1130" strike="noStrike" u="none">
              <a:solidFill>
                <a:srgbClr val="000000"/>
              </a:solidFill>
              <a:effectLst/>
              <a:uFillTx/>
              <a:latin typeface="Arial"/>
            </a:endParaRPr>
          </a:p>
        </p:txBody>
      </p:sp>
      <p:sp>
        <p:nvSpPr>
          <p:cNvPr id="55" name="Rectangle 26"/>
          <p:cNvSpPr/>
          <p:nvPr/>
        </p:nvSpPr>
        <p:spPr>
          <a:xfrm>
            <a:off x="9618120" y="5868000"/>
            <a:ext cx="2100240" cy="724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Clear governance</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Grouped findings and exports provide an audit trail</a:t>
            </a:r>
            <a:endParaRPr b="0" lang="en-IN" sz="1130" strike="noStrike" u="none">
              <a:solidFill>
                <a:srgbClr val="000000"/>
              </a:solidFill>
              <a:effectLst/>
              <a:uFillTx/>
              <a:latin typeface="Arial"/>
            </a:endParaRPr>
          </a:p>
        </p:txBody>
      </p:sp>
      <p:sp>
        <p:nvSpPr>
          <p:cNvPr id="56" name="Straight Connector 29"/>
          <p:cNvSpPr/>
          <p:nvPr/>
        </p:nvSpPr>
        <p:spPr>
          <a:xfrm>
            <a:off x="661824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7" name="Straight Connector 30"/>
          <p:cNvSpPr/>
          <p:nvPr/>
        </p:nvSpPr>
        <p:spPr>
          <a:xfrm>
            <a:off x="956088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8" name="Straight Connector 31"/>
          <p:cNvSpPr/>
          <p:nvPr/>
        </p:nvSpPr>
        <p:spPr>
          <a:xfrm>
            <a:off x="1194732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9" name="TextBox 25"/>
          <p:cNvSpPr/>
          <p:nvPr/>
        </p:nvSpPr>
        <p:spPr>
          <a:xfrm>
            <a:off x="4144680" y="531828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Business Outcomes</a:t>
            </a:r>
            <a:endParaRPr b="0" lang="en-IN" sz="1400" strike="noStrike" u="none">
              <a:solidFill>
                <a:srgbClr val="000000"/>
              </a:solidFill>
              <a:effectLst/>
              <a:uFillTx/>
              <a:latin typeface="Arial"/>
            </a:endParaRPr>
          </a:p>
        </p:txBody>
      </p:sp>
      <p:sp>
        <p:nvSpPr>
          <p:cNvPr id="60" name="Straight Connector 46"/>
          <p:cNvSpPr/>
          <p:nvPr/>
        </p:nvSpPr>
        <p:spPr>
          <a:xfrm>
            <a:off x="4196520" y="5626080"/>
            <a:ext cx="7685280" cy="504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39960" bIns="-39960" anchor="t" anchorCtr="1">
            <a:noAutofit/>
          </a:bodyPr>
          <a:p>
            <a:endParaRPr b="0" lang="en-IN" sz="1800" strike="noStrike" u="none">
              <a:solidFill>
                <a:srgbClr val="000000"/>
              </a:solidFill>
              <a:effectLst/>
              <a:uFillTx/>
              <a:latin typeface="Arial"/>
            </a:endParaRPr>
          </a:p>
        </p:txBody>
      </p:sp>
      <p:sp>
        <p:nvSpPr>
          <p:cNvPr id="61" name="TextBox 25"/>
          <p:cNvSpPr/>
          <p:nvPr/>
        </p:nvSpPr>
        <p:spPr>
          <a:xfrm>
            <a:off x="243000" y="3957480"/>
            <a:ext cx="21243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Key Capabilities</a:t>
            </a:r>
            <a:endParaRPr b="0" lang="en-IN" sz="1400" strike="noStrike" u="none">
              <a:solidFill>
                <a:srgbClr val="000000"/>
              </a:solidFill>
              <a:effectLst/>
              <a:uFillTx/>
              <a:latin typeface="Arial"/>
            </a:endParaRPr>
          </a:p>
        </p:txBody>
      </p:sp>
      <p:sp>
        <p:nvSpPr>
          <p:cNvPr id="62" name="Straight Connector 48"/>
          <p:cNvSpPr/>
          <p:nvPr/>
        </p:nvSpPr>
        <p:spPr>
          <a:xfrm>
            <a:off x="331920" y="428544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63" name="Rectangle 49"/>
          <p:cNvSpPr/>
          <p:nvPr/>
        </p:nvSpPr>
        <p:spPr>
          <a:xfrm>
            <a:off x="243000" y="4342680"/>
            <a:ext cx="3177000" cy="24379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Exact and near-duplicate detection</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Definition normalisation and similarity score</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Usage-aware groups and recommendations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Search, pagination and CSV or Excel export</a:t>
            </a:r>
            <a:endParaRPr b="0" lang="en-IN" sz="1090" strike="noStrike" u="none">
              <a:solidFill>
                <a:srgbClr val="000000"/>
              </a:solidFill>
              <a:effectLst/>
              <a:uFillTx/>
              <a:latin typeface="Arial"/>
            </a:endParaRPr>
          </a:p>
        </p:txBody>
      </p:sp>
      <p:sp>
        <p:nvSpPr>
          <p:cNvPr id="64" name="Rectangle 8"/>
          <p:cNvSpPr/>
          <p:nvPr/>
        </p:nvSpPr>
        <p:spPr>
          <a:xfrm>
            <a:off x="4196520" y="1445760"/>
            <a:ext cx="7428960" cy="3448080"/>
          </a:xfrm>
          <a:prstGeom prst="rect">
            <a:avLst/>
          </a:prstGeom>
          <a:solidFill>
            <a:srgbClr val="f7f9fc"/>
          </a:solidFill>
          <a:ln w="9525">
            <a:solidFill>
              <a:srgbClr val="aab7c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rgbClr val="000000"/>
              </a:solidFill>
              <a:effectLst/>
              <a:uFillTx/>
              <a:latin typeface="Arial"/>
            </a:endParaRPr>
          </a:p>
        </p:txBody>
      </p:sp>
      <p:sp>
        <p:nvSpPr>
          <p:cNvPr id="65" name="TextBox 25"/>
          <p:cNvSpPr/>
          <p:nvPr/>
        </p:nvSpPr>
        <p:spPr>
          <a:xfrm>
            <a:off x="263160" y="5318280"/>
            <a:ext cx="21243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Deployment</a:t>
            </a:r>
            <a:endParaRPr b="0" lang="en-IN" sz="1400" strike="noStrike" u="none">
              <a:solidFill>
                <a:srgbClr val="000000"/>
              </a:solidFill>
              <a:effectLst/>
              <a:uFillTx/>
              <a:latin typeface="Arial"/>
            </a:endParaRPr>
          </a:p>
        </p:txBody>
      </p:sp>
      <p:sp>
        <p:nvSpPr>
          <p:cNvPr id="66" name="Straight Connector 51"/>
          <p:cNvSpPr/>
          <p:nvPr/>
        </p:nvSpPr>
        <p:spPr>
          <a:xfrm>
            <a:off x="352080" y="564660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67" name="Rectangle 52"/>
          <p:cNvSpPr/>
          <p:nvPr/>
        </p:nvSpPr>
        <p:spPr>
          <a:xfrm>
            <a:off x="263160" y="5703480"/>
            <a:ext cx="3191760" cy="18385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Runs on a local desktop or server</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Read-only Adobe CJA API access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Credentials stay in the environment file</a:t>
            </a:r>
            <a:endParaRPr b="0" lang="en-IN" sz="1090" strike="noStrike" u="none">
              <a:solidFill>
                <a:srgbClr val="000000"/>
              </a:solidFill>
              <a:effectLst/>
              <a:uFillTx/>
              <a:latin typeface="Arial"/>
            </a:endParaRPr>
          </a:p>
        </p:txBody>
      </p:sp>
      <p:pic>
        <p:nvPicPr>
          <p:cNvPr id="68" name="" descr=""/>
          <p:cNvPicPr/>
          <p:nvPr/>
        </p:nvPicPr>
        <p:blipFill>
          <a:blip r:embed="rId1"/>
          <a:srcRect l="0" t="17246" r="0" b="17246"/>
          <a:stretch/>
        </p:blipFill>
        <p:spPr>
          <a:xfrm>
            <a:off x="4267080" y="1504800"/>
            <a:ext cx="7286400" cy="33145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263520" y="189000"/>
            <a:ext cx="11688480" cy="953280"/>
          </a:xfrm>
          <a:prstGeom prst="rect">
            <a:avLst/>
          </a:prstGeom>
          <a:noFill/>
          <a:ln w="0">
            <a:noFill/>
          </a:ln>
        </p:spPr>
        <p:txBody>
          <a:bodyPr lIns="0" rIns="0" tIns="0" bIns="0" anchor="t">
            <a:normAutofit/>
          </a:bodyPr>
          <a:p>
            <a:pPr indent="0" defTabSz="914400">
              <a:lnSpc>
                <a:spcPct val="100000"/>
              </a:lnSpc>
              <a:buNone/>
            </a:pPr>
            <a:r>
              <a:rPr b="1" lang="en-IN" sz="2700" spc="-20" strike="noStrike" u="none">
                <a:solidFill>
                  <a:srgbClr val="0078f0"/>
                </a:solidFill>
                <a:effectLst/>
                <a:uFillTx/>
                <a:latin typeface="Arial"/>
                <a:ea typeface="Arial"/>
              </a:rPr>
              <a:t>Current State of Architecture</a:t>
            </a:r>
            <a:endParaRPr b="0" lang="en-IN" sz="2700" strike="noStrike" u="none">
              <a:solidFill>
                <a:schemeClr val="dk1"/>
              </a:solidFill>
              <a:effectLst/>
              <a:uFillTx/>
              <a:latin typeface="Arial"/>
            </a:endParaRPr>
          </a:p>
          <a:p>
            <a:pPr indent="0" defTabSz="914400">
              <a:lnSpc>
                <a:spcPct val="100000"/>
              </a:lnSpc>
              <a:buNone/>
            </a:pPr>
            <a:r>
              <a:rPr b="0" lang="en-IN" sz="2700" spc="-20" strike="noStrike" u="none">
                <a:solidFill>
                  <a:srgbClr val="111111"/>
                </a:solidFill>
                <a:effectLst/>
                <a:uFillTx/>
                <a:latin typeface="Arial"/>
                <a:ea typeface="Arial"/>
              </a:rPr>
              <a:t>CJA Segment Cleanup Python Application</a:t>
            </a:r>
            <a:endParaRPr b="0" lang="en-IN" sz="2700" strike="noStrike" u="none">
              <a:solidFill>
                <a:schemeClr val="dk1"/>
              </a:solidFill>
              <a:effectLst/>
              <a:uFillTx/>
              <a:latin typeface="Arial"/>
            </a:endParaRPr>
          </a:p>
        </p:txBody>
      </p:sp>
      <p:sp>
        <p:nvSpPr>
          <p:cNvPr id="70" name=""/>
          <p:cNvSpPr/>
          <p:nvPr/>
        </p:nvSpPr>
        <p:spPr>
          <a:xfrm>
            <a:off x="285840" y="144792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1</a:t>
            </a:r>
            <a:endParaRPr b="0" lang="en-IN" sz="1200" strike="noStrike" u="none">
              <a:solidFill>
                <a:srgbClr val="ffffff"/>
              </a:solidFill>
              <a:effectLst/>
              <a:uFillTx/>
              <a:latin typeface="Arial"/>
            </a:endParaRPr>
          </a:p>
        </p:txBody>
      </p:sp>
      <p:sp>
        <p:nvSpPr>
          <p:cNvPr id="71" name=""/>
          <p:cNvSpPr/>
          <p:nvPr/>
        </p:nvSpPr>
        <p:spPr>
          <a:xfrm>
            <a:off x="647640" y="142884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Show Data Views</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Flask loads the complete accessible Data View list.</a:t>
            </a:r>
            <a:endParaRPr b="0" lang="en-IN" sz="1200" strike="noStrike" u="none">
              <a:solidFill>
                <a:srgbClr val="000000"/>
              </a:solidFill>
              <a:effectLst/>
              <a:uFillTx/>
              <a:latin typeface="Arial"/>
            </a:endParaRPr>
          </a:p>
        </p:txBody>
      </p:sp>
      <p:sp>
        <p:nvSpPr>
          <p:cNvPr id="72" name=""/>
          <p:cNvSpPr/>
          <p:nvPr/>
        </p:nvSpPr>
        <p:spPr>
          <a:xfrm>
            <a:off x="285840" y="217188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2</a:t>
            </a:r>
            <a:endParaRPr b="0" lang="en-IN" sz="1200" strike="noStrike" u="none">
              <a:solidFill>
                <a:srgbClr val="ffffff"/>
              </a:solidFill>
              <a:effectLst/>
              <a:uFillTx/>
              <a:latin typeface="Arial"/>
            </a:endParaRPr>
          </a:p>
        </p:txBody>
      </p:sp>
      <p:sp>
        <p:nvSpPr>
          <p:cNvPr id="73" name=""/>
          <p:cNvSpPr/>
          <p:nvPr/>
        </p:nvSpPr>
        <p:spPr>
          <a:xfrm>
            <a:off x="647640" y="215280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Select the scope</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Choose one Data View or All Data Views and set the threshold.</a:t>
            </a:r>
            <a:endParaRPr b="0" lang="en-IN" sz="1200" strike="noStrike" u="none">
              <a:solidFill>
                <a:srgbClr val="000000"/>
              </a:solidFill>
              <a:effectLst/>
              <a:uFillTx/>
              <a:latin typeface="Arial"/>
            </a:endParaRPr>
          </a:p>
        </p:txBody>
      </p:sp>
      <p:sp>
        <p:nvSpPr>
          <p:cNvPr id="74" name=""/>
          <p:cNvSpPr/>
          <p:nvPr/>
        </p:nvSpPr>
        <p:spPr>
          <a:xfrm>
            <a:off x="285840" y="289548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3</a:t>
            </a:r>
            <a:endParaRPr b="0" lang="en-IN" sz="1200" strike="noStrike" u="none">
              <a:solidFill>
                <a:srgbClr val="ffffff"/>
              </a:solidFill>
              <a:effectLst/>
              <a:uFillTx/>
              <a:latin typeface="Arial"/>
            </a:endParaRPr>
          </a:p>
        </p:txBody>
      </p:sp>
      <p:sp>
        <p:nvSpPr>
          <p:cNvPr id="75" name=""/>
          <p:cNvSpPr/>
          <p:nvPr/>
        </p:nvSpPr>
        <p:spPr>
          <a:xfrm>
            <a:off x="647640" y="287640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Fetch live data</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Read segments and workspace project references from CJA.</a:t>
            </a:r>
            <a:endParaRPr b="0" lang="en-IN" sz="1200" strike="noStrike" u="none">
              <a:solidFill>
                <a:srgbClr val="000000"/>
              </a:solidFill>
              <a:effectLst/>
              <a:uFillTx/>
              <a:latin typeface="Arial"/>
            </a:endParaRPr>
          </a:p>
        </p:txBody>
      </p:sp>
      <p:sp>
        <p:nvSpPr>
          <p:cNvPr id="76" name=""/>
          <p:cNvSpPr/>
          <p:nvPr/>
        </p:nvSpPr>
        <p:spPr>
          <a:xfrm>
            <a:off x="285840" y="361944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4</a:t>
            </a:r>
            <a:endParaRPr b="0" lang="en-IN" sz="1200" strike="noStrike" u="none">
              <a:solidFill>
                <a:srgbClr val="ffffff"/>
              </a:solidFill>
              <a:effectLst/>
              <a:uFillTx/>
              <a:latin typeface="Arial"/>
            </a:endParaRPr>
          </a:p>
        </p:txBody>
      </p:sp>
      <p:sp>
        <p:nvSpPr>
          <p:cNvPr id="77" name=""/>
          <p:cNvSpPr/>
          <p:nvPr/>
        </p:nvSpPr>
        <p:spPr>
          <a:xfrm>
            <a:off x="647640" y="360036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Compare definitions</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Normalise logic, calculate similarity and list differences.</a:t>
            </a:r>
            <a:endParaRPr b="0" lang="en-IN" sz="1200" strike="noStrike" u="none">
              <a:solidFill>
                <a:srgbClr val="000000"/>
              </a:solidFill>
              <a:effectLst/>
              <a:uFillTx/>
              <a:latin typeface="Arial"/>
            </a:endParaRPr>
          </a:p>
        </p:txBody>
      </p:sp>
      <p:sp>
        <p:nvSpPr>
          <p:cNvPr id="78" name=""/>
          <p:cNvSpPr/>
          <p:nvPr/>
        </p:nvSpPr>
        <p:spPr>
          <a:xfrm>
            <a:off x="285840" y="434340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5</a:t>
            </a:r>
            <a:endParaRPr b="0" lang="en-IN" sz="1200" strike="noStrike" u="none">
              <a:solidFill>
                <a:srgbClr val="ffffff"/>
              </a:solidFill>
              <a:effectLst/>
              <a:uFillTx/>
              <a:latin typeface="Arial"/>
            </a:endParaRPr>
          </a:p>
        </p:txBody>
      </p:sp>
      <p:sp>
        <p:nvSpPr>
          <p:cNvPr id="79" name=""/>
          <p:cNvSpPr/>
          <p:nvPr/>
        </p:nvSpPr>
        <p:spPr>
          <a:xfrm>
            <a:off x="647640" y="432432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Build duplicate groups</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Combine connected matches and apply usage-aware guidance.</a:t>
            </a:r>
            <a:endParaRPr b="0" lang="en-IN" sz="1200" strike="noStrike" u="none">
              <a:solidFill>
                <a:srgbClr val="000000"/>
              </a:solidFill>
              <a:effectLst/>
              <a:uFillTx/>
              <a:latin typeface="Arial"/>
            </a:endParaRPr>
          </a:p>
        </p:txBody>
      </p:sp>
      <p:sp>
        <p:nvSpPr>
          <p:cNvPr id="80" name=""/>
          <p:cNvSpPr/>
          <p:nvPr/>
        </p:nvSpPr>
        <p:spPr>
          <a:xfrm>
            <a:off x="285840" y="5067360"/>
            <a:ext cx="266400" cy="26640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200" strike="noStrike" u="none">
                <a:solidFill>
                  <a:srgbClr val="ffffff"/>
                </a:solidFill>
                <a:effectLst/>
                <a:uFillTx/>
                <a:latin typeface="Arial"/>
                <a:ea typeface="Arial"/>
              </a:rPr>
              <a:t>6</a:t>
            </a:r>
            <a:endParaRPr b="0" lang="en-IN" sz="1200" strike="noStrike" u="none">
              <a:solidFill>
                <a:srgbClr val="ffffff"/>
              </a:solidFill>
              <a:effectLst/>
              <a:uFillTx/>
              <a:latin typeface="Arial"/>
            </a:endParaRPr>
          </a:p>
        </p:txBody>
      </p:sp>
      <p:sp>
        <p:nvSpPr>
          <p:cNvPr id="81" name=""/>
          <p:cNvSpPr/>
          <p:nvPr/>
        </p:nvSpPr>
        <p:spPr>
          <a:xfrm>
            <a:off x="647640" y="5048280"/>
            <a:ext cx="2714400" cy="5900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Review and export</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Search the report or download CSV and Excel files.</a:t>
            </a:r>
            <a:endParaRPr b="0" lang="en-IN" sz="1200" strike="noStrike" u="none">
              <a:solidFill>
                <a:srgbClr val="000000"/>
              </a:solidFill>
              <a:effectLst/>
              <a:uFillTx/>
              <a:latin typeface="Arial"/>
            </a:endParaRPr>
          </a:p>
        </p:txBody>
      </p:sp>
      <p:sp>
        <p:nvSpPr>
          <p:cNvPr id="82" name=""/>
          <p:cNvSpPr/>
          <p:nvPr/>
        </p:nvSpPr>
        <p:spPr>
          <a:xfrm>
            <a:off x="3619440" y="1380960"/>
            <a:ext cx="5905080" cy="4762080"/>
          </a:xfrm>
          <a:prstGeom prst="roundRect">
            <a:avLst>
              <a:gd name="adj" fmla="val 2000"/>
            </a:avLst>
          </a:prstGeom>
          <a:solidFill>
            <a:srgbClr val="f6f9fc"/>
          </a:solidFill>
          <a:ln w="11430">
            <a:solidFill>
              <a:srgbClr val="9db7d0"/>
            </a:solidFill>
            <a:round/>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3" name=""/>
          <p:cNvSpPr/>
          <p:nvPr/>
        </p:nvSpPr>
        <p:spPr>
          <a:xfrm>
            <a:off x="3809880" y="1467000"/>
            <a:ext cx="5524200" cy="2664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1" lang="en-IN" sz="1350" strike="noStrike" u="none">
                <a:solidFill>
                  <a:srgbClr val="172b4d"/>
                </a:solidFill>
                <a:effectLst/>
                <a:uFillTx/>
                <a:latin typeface="Arial"/>
                <a:ea typeface="Arial"/>
              </a:rPr>
              <a:t>CJA Segment Cleanup</a:t>
            </a:r>
            <a:endParaRPr b="0" lang="en-IN" sz="1350" strike="noStrike" u="none">
              <a:solidFill>
                <a:srgbClr val="000000"/>
              </a:solidFill>
              <a:effectLst/>
              <a:uFillTx/>
              <a:latin typeface="Arial"/>
            </a:endParaRPr>
          </a:p>
        </p:txBody>
      </p:sp>
      <p:sp>
        <p:nvSpPr>
          <p:cNvPr id="84" name=""/>
          <p:cNvSpPr/>
          <p:nvPr/>
        </p:nvSpPr>
        <p:spPr>
          <a:xfrm>
            <a:off x="4000680" y="1809720"/>
            <a:ext cx="5143320" cy="609120"/>
          </a:xfrm>
          <a:prstGeom prst="roundRect">
            <a:avLst>
              <a:gd name="adj" fmla="val 12500"/>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Browser UI</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Show Data Views, choose scope and generate report</a:t>
            </a:r>
            <a:endParaRPr b="0" lang="en-IN" sz="1200" strike="noStrike" u="none">
              <a:solidFill>
                <a:srgbClr val="000000"/>
              </a:solidFill>
              <a:effectLst/>
              <a:uFillTx/>
              <a:latin typeface="Arial"/>
            </a:endParaRPr>
          </a:p>
        </p:txBody>
      </p:sp>
      <p:sp>
        <p:nvSpPr>
          <p:cNvPr id="85" name=""/>
          <p:cNvSpPr/>
          <p:nvPr/>
        </p:nvSpPr>
        <p:spPr>
          <a:xfrm>
            <a:off x="4000680" y="2666880"/>
            <a:ext cx="5143320" cy="590040"/>
          </a:xfrm>
          <a:prstGeom prst="roundRect">
            <a:avLst>
              <a:gd name="adj" fmla="val 12903"/>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Flask Service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Secure credentials, cache control and report request handling</a:t>
            </a:r>
            <a:endParaRPr b="0" lang="en-IN" sz="1200" strike="noStrike" u="none">
              <a:solidFill>
                <a:srgbClr val="000000"/>
              </a:solidFill>
              <a:effectLst/>
              <a:uFillTx/>
              <a:latin typeface="Arial"/>
            </a:endParaRPr>
          </a:p>
        </p:txBody>
      </p:sp>
      <p:sp>
        <p:nvSpPr>
          <p:cNvPr id="86" name=""/>
          <p:cNvSpPr/>
          <p:nvPr/>
        </p:nvSpPr>
        <p:spPr>
          <a:xfrm>
            <a:off x="4000680" y="3505320"/>
            <a:ext cx="5143320" cy="628200"/>
          </a:xfrm>
          <a:prstGeom prst="roundRect">
            <a:avLst>
              <a:gd name="adj" fmla="val 12121"/>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CJA Data Access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Data Views   |   Segments   |   Workspace Projects</a:t>
            </a:r>
            <a:endParaRPr b="0" lang="en-IN" sz="1200" strike="noStrike" u="none">
              <a:solidFill>
                <a:srgbClr val="000000"/>
              </a:solidFill>
              <a:effectLst/>
              <a:uFillTx/>
              <a:latin typeface="Arial"/>
            </a:endParaRPr>
          </a:p>
        </p:txBody>
      </p:sp>
      <p:sp>
        <p:nvSpPr>
          <p:cNvPr id="87" name=""/>
          <p:cNvSpPr/>
          <p:nvPr/>
        </p:nvSpPr>
        <p:spPr>
          <a:xfrm>
            <a:off x="4000680" y="4400640"/>
            <a:ext cx="5143320" cy="666360"/>
          </a:xfrm>
          <a:prstGeom prst="roundRect">
            <a:avLst>
              <a:gd name="adj" fmla="val 11429"/>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Comparison and Usage Engine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Definition normalisation, similarity score, differences and usage map</a:t>
            </a:r>
            <a:endParaRPr b="0" lang="en-IN" sz="1200" strike="noStrike" u="none">
              <a:solidFill>
                <a:srgbClr val="000000"/>
              </a:solidFill>
              <a:effectLst/>
              <a:uFillTx/>
              <a:latin typeface="Arial"/>
            </a:endParaRPr>
          </a:p>
        </p:txBody>
      </p:sp>
      <p:sp>
        <p:nvSpPr>
          <p:cNvPr id="88" name=""/>
          <p:cNvSpPr/>
          <p:nvPr/>
        </p:nvSpPr>
        <p:spPr>
          <a:xfrm>
            <a:off x="4000680" y="5334120"/>
            <a:ext cx="5143320" cy="628200"/>
          </a:xfrm>
          <a:prstGeom prst="roundRect">
            <a:avLst>
              <a:gd name="adj" fmla="val 12121"/>
            </a:avLst>
          </a:prstGeom>
          <a:solidFill>
            <a:srgbClr val="eef6ff"/>
          </a:solidFill>
          <a:ln w="11430">
            <a:solidFill>
              <a:srgbClr val="0078f0"/>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Grouped Cleanup Report</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Exact groups, near-duplicate groups, recommendations and exports</a:t>
            </a:r>
            <a:endParaRPr b="0" lang="en-IN" sz="1200" strike="noStrike" u="none">
              <a:solidFill>
                <a:srgbClr val="000000"/>
              </a:solidFill>
              <a:effectLst/>
              <a:uFillTx/>
              <a:latin typeface="Arial"/>
            </a:endParaRPr>
          </a:p>
        </p:txBody>
      </p:sp>
      <p:sp>
        <p:nvSpPr>
          <p:cNvPr id="89" name=""/>
          <p:cNvSpPr/>
          <p:nvPr/>
        </p:nvSpPr>
        <p:spPr>
          <a:xfrm>
            <a:off x="9858240" y="2629080"/>
            <a:ext cx="1952280" cy="1923840"/>
          </a:xfrm>
          <a:prstGeom prst="roundRect">
            <a:avLst>
              <a:gd name="adj" fmla="val 3960"/>
            </a:avLst>
          </a:prstGeom>
          <a:solidFill>
            <a:srgbClr val="e5f4ea"/>
          </a:solidFill>
          <a:ln w="11430">
            <a:solidFill>
              <a:srgbClr val="63a376"/>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Adobe CJA API</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/data/dataviews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/segments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/projects</a:t>
            </a:r>
            <a:endParaRPr b="0" lang="en-IN" sz="1200" strike="noStrike" u="none">
              <a:solidFill>
                <a:srgbClr val="000000"/>
              </a:solidFill>
              <a:effectLst/>
              <a:uFillTx/>
              <a:latin typeface="Arial"/>
            </a:endParaRPr>
          </a:p>
          <a:p>
            <a:pPr algn="ctr">
              <a:lnSpc>
                <a:spcPct val="100000"/>
              </a:lnSpc>
            </a:pP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OAuth Server-to-Server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Read-only requests</a:t>
            </a:r>
            <a:endParaRPr b="0" lang="en-IN" sz="1200" strike="noStrike" u="none">
              <a:solidFill>
                <a:srgbClr val="000000"/>
              </a:solidFill>
              <a:effectLst/>
              <a:uFillTx/>
              <a:latin typeface="Arial"/>
            </a:endParaRPr>
          </a:p>
        </p:txBody>
      </p:sp>
      <p:cxnSp>
        <p:nvCxnSpPr>
          <p:cNvPr id="90" name=""/>
          <p:cNvCxnSpPr>
            <a:stCxn id="84" idx="2"/>
            <a:endCxn id="85" idx="0"/>
          </p:cNvCxnSpPr>
          <p:nvPr/>
        </p:nvCxnSpPr>
        <p:spPr>
          <a:xfrm>
            <a:off x="6572160" y="2418840"/>
            <a:ext cx="360" cy="248400"/>
          </a:xfrm>
          <a:prstGeom prst="straightConnector1">
            <a:avLst/>
          </a:prstGeom>
          <a:ln w="19050">
            <a:solidFill>
              <a:srgbClr val="0078f0"/>
            </a:solidFill>
            <a:round/>
            <a:headEnd len="sm" type="triangle" w="sm"/>
          </a:ln>
        </p:spPr>
      </p:cxnSp>
      <p:cxnSp>
        <p:nvCxnSpPr>
          <p:cNvPr id="91" name=""/>
          <p:cNvCxnSpPr>
            <a:stCxn id="85" idx="2"/>
            <a:endCxn id="86" idx="0"/>
          </p:cNvCxnSpPr>
          <p:nvPr/>
        </p:nvCxnSpPr>
        <p:spPr>
          <a:xfrm>
            <a:off x="6572160" y="3256920"/>
            <a:ext cx="360" cy="248760"/>
          </a:xfrm>
          <a:prstGeom prst="straightConnector1">
            <a:avLst/>
          </a:prstGeom>
          <a:ln w="19050">
            <a:solidFill>
              <a:srgbClr val="0078f0"/>
            </a:solidFill>
            <a:round/>
            <a:headEnd len="sm" type="triangle" w="sm"/>
          </a:ln>
        </p:spPr>
      </p:cxnSp>
      <p:cxnSp>
        <p:nvCxnSpPr>
          <p:cNvPr id="92" name=""/>
          <p:cNvCxnSpPr>
            <a:stCxn id="86" idx="2"/>
            <a:endCxn id="87" idx="0"/>
          </p:cNvCxnSpPr>
          <p:nvPr/>
        </p:nvCxnSpPr>
        <p:spPr>
          <a:xfrm>
            <a:off x="6572160" y="4133520"/>
            <a:ext cx="360" cy="267480"/>
          </a:xfrm>
          <a:prstGeom prst="straightConnector1">
            <a:avLst/>
          </a:prstGeom>
          <a:ln w="19050">
            <a:solidFill>
              <a:srgbClr val="0078f0"/>
            </a:solidFill>
            <a:round/>
            <a:headEnd len="sm" type="triangle" w="sm"/>
          </a:ln>
        </p:spPr>
      </p:cxnSp>
      <p:cxnSp>
        <p:nvCxnSpPr>
          <p:cNvPr id="93" name=""/>
          <p:cNvCxnSpPr>
            <a:stCxn id="87" idx="2"/>
            <a:endCxn id="88" idx="0"/>
          </p:cNvCxnSpPr>
          <p:nvPr/>
        </p:nvCxnSpPr>
        <p:spPr>
          <a:xfrm>
            <a:off x="6572160" y="5067000"/>
            <a:ext cx="360" cy="267480"/>
          </a:xfrm>
          <a:prstGeom prst="straightConnector1">
            <a:avLst/>
          </a:prstGeom>
          <a:ln w="19050">
            <a:solidFill>
              <a:srgbClr val="0078f0"/>
            </a:solidFill>
            <a:round/>
            <a:headEnd len="sm" type="triangle" w="sm"/>
          </a:ln>
        </p:spPr>
      </p:cxnSp>
      <p:cxnSp>
        <p:nvCxnSpPr>
          <p:cNvPr id="94" name=""/>
          <p:cNvCxnSpPr>
            <a:stCxn id="86" idx="3"/>
            <a:endCxn id="89" idx="1"/>
          </p:cNvCxnSpPr>
          <p:nvPr/>
        </p:nvCxnSpPr>
        <p:spPr>
          <a:xfrm flipV="1">
            <a:off x="9144000" y="3591000"/>
            <a:ext cx="714600" cy="228600"/>
          </a:xfrm>
          <a:prstGeom prst="straightConnector1">
            <a:avLst/>
          </a:prstGeom>
          <a:ln w="19050">
            <a:solidFill>
              <a:srgbClr val="0078f0"/>
            </a:solidFill>
            <a:prstDash val="dash"/>
            <a:round/>
            <a:headEnd len="sm" type="triangle" w="sm"/>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63160" y="189000"/>
            <a:ext cx="11688120" cy="817200"/>
          </a:xfrm>
          <a:prstGeom prst="rect">
            <a:avLst/>
          </a:prstGeom>
          <a:noFill/>
          <a:ln w="0">
            <a:noFill/>
          </a:ln>
        </p:spPr>
        <p:txBody>
          <a:bodyPr lIns="72000" rIns="72000" tIns="0" bIns="0" anchor="ctr">
            <a:noAutofit/>
          </a:bodyPr>
          <a:p>
            <a:pPr indent="0" defTabSz="914400">
              <a:lnSpc>
                <a:spcPct val="100000"/>
              </a:lnSpc>
              <a:buNone/>
            </a:pPr>
            <a:r>
              <a:rPr b="0" lang="en-IN" sz="3230" spc="-20" strike="noStrike" u="none">
                <a:solidFill>
                  <a:srgbClr val="111111"/>
                </a:solidFill>
                <a:effectLst/>
                <a:uFillTx/>
                <a:latin typeface="Arial"/>
                <a:ea typeface="Arial"/>
              </a:rPr>
              <a:t>Demo</a:t>
            </a:r>
            <a:endParaRPr b="0" lang="en-IN" sz="3230" strike="noStrike" u="none">
              <a:solidFill>
                <a:schemeClr val="dk1"/>
              </a:solidFill>
              <a:effectLst/>
              <a:uFillTx/>
              <a:latin typeface="Arial"/>
            </a:endParaRPr>
          </a:p>
        </p:txBody>
      </p:sp>
      <p:sp>
        <p:nvSpPr>
          <p:cNvPr id="96" name=""/>
          <p:cNvSpPr/>
          <p:nvPr/>
        </p:nvSpPr>
        <p:spPr>
          <a:xfrm>
            <a:off x="419040" y="1066680"/>
            <a:ext cx="10667520" cy="361440"/>
          </a:xfrm>
          <a:prstGeom prst="rect">
            <a:avLst/>
          </a:prstGeom>
          <a:noFill/>
          <a:ln w="0">
            <a:noFill/>
          </a:ln>
        </p:spPr>
        <p:style>
          <a:lnRef idx="0"/>
          <a:fillRef idx="0"/>
          <a:effectRef idx="0"/>
          <a:fontRef idx="minor"/>
        </p:style>
        <p:txBody>
          <a:bodyPr lIns="0" rIns="0" tIns="0" bIns="0" anchor="t">
            <a:normAutofit/>
          </a:bodyPr>
          <a:p>
            <a:pPr>
              <a:lnSpc>
                <a:spcPct val="100000"/>
              </a:lnSpc>
            </a:pPr>
            <a:r>
              <a:rPr b="0" lang="en-IN" sz="1800" strike="noStrike" u="none">
                <a:solidFill>
                  <a:srgbClr val="172b4d"/>
                </a:solidFill>
                <a:effectLst/>
                <a:uFillTx/>
                <a:latin typeface="Arial"/>
                <a:ea typeface="Arial"/>
              </a:rPr>
              <a:t>Select a Data View, generate the report and review grouped findings</a:t>
            </a:r>
            <a:endParaRPr b="0" lang="en-IN" sz="1800" strike="noStrike" u="none">
              <a:solidFill>
                <a:srgbClr val="000000"/>
              </a:solidFill>
              <a:effectLst/>
              <a:uFillTx/>
              <a:latin typeface="Arial"/>
            </a:endParaRPr>
          </a:p>
        </p:txBody>
      </p:sp>
      <p:sp>
        <p:nvSpPr>
          <p:cNvPr id="97" name=""/>
          <p:cNvSpPr/>
          <p:nvPr/>
        </p:nvSpPr>
        <p:spPr>
          <a:xfrm>
            <a:off x="419040" y="1619280"/>
            <a:ext cx="7191000" cy="4171680"/>
          </a:xfrm>
          <a:prstGeom prst="rect">
            <a:avLst/>
          </a:prstGeom>
          <a:solidFill>
            <a:srgbClr val="f7f9fc"/>
          </a:solidFill>
          <a:ln w="9525">
            <a:solidFill>
              <a:srgbClr val="aab7c4"/>
            </a:solidFill>
            <a:round/>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98" name="" descr=""/>
          <p:cNvPicPr/>
          <p:nvPr/>
        </p:nvPicPr>
        <p:blipFill>
          <a:blip r:embed="rId1"/>
          <a:srcRect l="0" t="8719" r="0" b="8719"/>
          <a:stretch/>
        </p:blipFill>
        <p:spPr>
          <a:xfrm>
            <a:off x="476280" y="1676520"/>
            <a:ext cx="7076880" cy="4057200"/>
          </a:xfrm>
          <a:prstGeom prst="rect">
            <a:avLst/>
          </a:prstGeom>
          <a:noFill/>
          <a:ln w="0">
            <a:noFill/>
          </a:ln>
        </p:spPr>
      </p:pic>
      <p:sp>
        <p:nvSpPr>
          <p:cNvPr id="99" name=""/>
          <p:cNvSpPr/>
          <p:nvPr/>
        </p:nvSpPr>
        <p:spPr>
          <a:xfrm>
            <a:off x="7953480" y="16956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1</a:t>
            </a:r>
            <a:endParaRPr b="0" lang="en-IN" sz="1350" strike="noStrike" u="none">
              <a:solidFill>
                <a:srgbClr val="ffffff"/>
              </a:solidFill>
              <a:effectLst/>
              <a:uFillTx/>
              <a:latin typeface="Arial"/>
            </a:endParaRPr>
          </a:p>
        </p:txBody>
      </p:sp>
      <p:sp>
        <p:nvSpPr>
          <p:cNvPr id="100" name=""/>
          <p:cNvSpPr/>
          <p:nvPr/>
        </p:nvSpPr>
        <p:spPr>
          <a:xfrm>
            <a:off x="8420040" y="16765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Show Data Views</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Load the full accessible list from CJA.</a:t>
            </a:r>
            <a:endParaRPr b="0" lang="en-IN" sz="1200" strike="noStrike" u="none">
              <a:solidFill>
                <a:srgbClr val="000000"/>
              </a:solidFill>
              <a:effectLst/>
              <a:uFillTx/>
              <a:latin typeface="Arial"/>
            </a:endParaRPr>
          </a:p>
        </p:txBody>
      </p:sp>
      <p:sp>
        <p:nvSpPr>
          <p:cNvPr id="101" name=""/>
          <p:cNvSpPr/>
          <p:nvPr/>
        </p:nvSpPr>
        <p:spPr>
          <a:xfrm>
            <a:off x="7953480" y="26100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2</a:t>
            </a:r>
            <a:endParaRPr b="0" lang="en-IN" sz="1350" strike="noStrike" u="none">
              <a:solidFill>
                <a:srgbClr val="ffffff"/>
              </a:solidFill>
              <a:effectLst/>
              <a:uFillTx/>
              <a:latin typeface="Arial"/>
            </a:endParaRPr>
          </a:p>
        </p:txBody>
      </p:sp>
      <p:sp>
        <p:nvSpPr>
          <p:cNvPr id="102" name=""/>
          <p:cNvSpPr/>
          <p:nvPr/>
        </p:nvSpPr>
        <p:spPr>
          <a:xfrm>
            <a:off x="8420040" y="25909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Choose the scope</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Select one Data View or analyse all views.</a:t>
            </a:r>
            <a:endParaRPr b="0" lang="en-IN" sz="1200" strike="noStrike" u="none">
              <a:solidFill>
                <a:srgbClr val="000000"/>
              </a:solidFill>
              <a:effectLst/>
              <a:uFillTx/>
              <a:latin typeface="Arial"/>
            </a:endParaRPr>
          </a:p>
        </p:txBody>
      </p:sp>
      <p:sp>
        <p:nvSpPr>
          <p:cNvPr id="103" name=""/>
          <p:cNvSpPr/>
          <p:nvPr/>
        </p:nvSpPr>
        <p:spPr>
          <a:xfrm>
            <a:off x="7953480" y="35244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3</a:t>
            </a:r>
            <a:endParaRPr b="0" lang="en-IN" sz="1350" strike="noStrike" u="none">
              <a:solidFill>
                <a:srgbClr val="ffffff"/>
              </a:solidFill>
              <a:effectLst/>
              <a:uFillTx/>
              <a:latin typeface="Arial"/>
            </a:endParaRPr>
          </a:p>
        </p:txBody>
      </p:sp>
      <p:sp>
        <p:nvSpPr>
          <p:cNvPr id="104" name=""/>
          <p:cNvSpPr/>
          <p:nvPr/>
        </p:nvSpPr>
        <p:spPr>
          <a:xfrm>
            <a:off x="8420040" y="35053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Generate the report</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Review exact and near-duplicate groups with usage.</a:t>
            </a:r>
            <a:endParaRPr b="0" lang="en-IN" sz="1200" strike="noStrike" u="none">
              <a:solidFill>
                <a:srgbClr val="000000"/>
              </a:solidFill>
              <a:effectLst/>
              <a:uFillTx/>
              <a:latin typeface="Arial"/>
            </a:endParaRPr>
          </a:p>
        </p:txBody>
      </p:sp>
      <p:sp>
        <p:nvSpPr>
          <p:cNvPr id="105" name=""/>
          <p:cNvSpPr/>
          <p:nvPr/>
        </p:nvSpPr>
        <p:spPr>
          <a:xfrm>
            <a:off x="7953480" y="44388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4</a:t>
            </a:r>
            <a:endParaRPr b="0" lang="en-IN" sz="1350" strike="noStrike" u="none">
              <a:solidFill>
                <a:srgbClr val="ffffff"/>
              </a:solidFill>
              <a:effectLst/>
              <a:uFillTx/>
              <a:latin typeface="Arial"/>
            </a:endParaRPr>
          </a:p>
        </p:txBody>
      </p:sp>
      <p:sp>
        <p:nvSpPr>
          <p:cNvPr id="106" name=""/>
          <p:cNvSpPr/>
          <p:nvPr/>
        </p:nvSpPr>
        <p:spPr>
          <a:xfrm>
            <a:off x="8420040" y="44197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Search and export</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Use detailed tables or download CSV and Excel.</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pitchFamily="0" charset="1"/>
        <a:ea typeface=""/>
        <a:cs typeface=""/>
      </a:majorFont>
      <a:minorFont>
        <a:latin typeface="Arial Nova"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eClerx-Corporate-PPT-Template - Org wid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2026-09-18T03:19:46Z</dcterms:created>
  <dc:creator>Walnut Exporter</dc:creator>
  <dc:description/>
  <dc:language>en-IN</dc:language>
  <cp:lastModifiedBy/>
  <dcterms:modified xsi:type="dcterms:W3CDTF">2026-09-18T09:00:21Z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